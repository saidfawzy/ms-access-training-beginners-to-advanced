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99" r:id="rId3"/>
    <p:sldId id="421" r:id="rId4"/>
    <p:sldId id="401" r:id="rId5"/>
    <p:sldId id="481" r:id="rId6"/>
    <p:sldId id="419" r:id="rId7"/>
    <p:sldId id="422" r:id="rId8"/>
    <p:sldId id="423" r:id="rId9"/>
    <p:sldId id="420" r:id="rId10"/>
    <p:sldId id="425" r:id="rId11"/>
    <p:sldId id="482" r:id="rId12"/>
    <p:sldId id="483" r:id="rId13"/>
    <p:sldId id="484" r:id="rId14"/>
    <p:sldId id="426" r:id="rId15"/>
    <p:sldId id="485" r:id="rId16"/>
    <p:sldId id="486" r:id="rId17"/>
    <p:sldId id="34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E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3070397"/>
            <a:ext cx="12192000" cy="82522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4 Queries Basics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B4008-F08D-3716-8F8B-7332ACE2C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35" y="311499"/>
            <a:ext cx="3296998" cy="15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Query Using Query Wizard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4007481" cy="1051257"/>
            <a:chOff x="1437351" y="2358630"/>
            <a:chExt cx="4007481" cy="105125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518281" y="2671223"/>
              <a:ext cx="392655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Query View Modes</a:t>
              </a:r>
            </a:p>
            <a:p>
              <a:endParaRPr lang="en-US" sz="1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endParaRPr lang="en-US" sz="1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Query Using Design View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938205" cy="635091"/>
            <a:chOff x="1437351" y="4595186"/>
            <a:chExt cx="3938205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545991" y="4907779"/>
              <a:ext cx="3829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Customize Query with Criteria 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EB8C52-72C3-6ECD-3268-C5C034FE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7"/>
            <a:ext cx="10905066" cy="4280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00D19E-B26F-367F-05FC-677EB3C8CDA0}"/>
              </a:ext>
            </a:extLst>
          </p:cNvPr>
          <p:cNvSpPr/>
          <p:nvPr/>
        </p:nvSpPr>
        <p:spPr>
          <a:xfrm>
            <a:off x="7707353" y="5000534"/>
            <a:ext cx="4198649" cy="1754326"/>
          </a:xfrm>
          <a:custGeom>
            <a:avLst/>
            <a:gdLst>
              <a:gd name="connsiteX0" fmla="*/ 0 w 4198649"/>
              <a:gd name="connsiteY0" fmla="*/ 0 h 1754326"/>
              <a:gd name="connsiteX1" fmla="*/ 4198649 w 4198649"/>
              <a:gd name="connsiteY1" fmla="*/ 0 h 1754326"/>
              <a:gd name="connsiteX2" fmla="*/ 4198649 w 4198649"/>
              <a:gd name="connsiteY2" fmla="*/ 1754326 h 1754326"/>
              <a:gd name="connsiteX3" fmla="*/ 0 w 4198649"/>
              <a:gd name="connsiteY3" fmla="*/ 1754326 h 1754326"/>
              <a:gd name="connsiteX4" fmla="*/ 0 w 4198649"/>
              <a:gd name="connsiteY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8649" h="1754326" fill="none" extrusionOk="0">
                <a:moveTo>
                  <a:pt x="0" y="0"/>
                </a:moveTo>
                <a:cubicBezTo>
                  <a:pt x="2035195" y="-33775"/>
                  <a:pt x="2486204" y="138873"/>
                  <a:pt x="4198649" y="0"/>
                </a:cubicBezTo>
                <a:cubicBezTo>
                  <a:pt x="4224725" y="190305"/>
                  <a:pt x="4180667" y="1262717"/>
                  <a:pt x="4198649" y="1754326"/>
                </a:cubicBezTo>
                <a:cubicBezTo>
                  <a:pt x="2835336" y="1616996"/>
                  <a:pt x="487177" y="1616470"/>
                  <a:pt x="0" y="1754326"/>
                </a:cubicBezTo>
                <a:cubicBezTo>
                  <a:pt x="25931" y="954614"/>
                  <a:pt x="45305" y="226420"/>
                  <a:pt x="0" y="0"/>
                </a:cubicBezTo>
                <a:close/>
              </a:path>
              <a:path w="4198649" h="1754326" stroke="0" extrusionOk="0">
                <a:moveTo>
                  <a:pt x="0" y="0"/>
                </a:moveTo>
                <a:cubicBezTo>
                  <a:pt x="1252612" y="-101487"/>
                  <a:pt x="2786118" y="-162162"/>
                  <a:pt x="4198649" y="0"/>
                </a:cubicBezTo>
                <a:cubicBezTo>
                  <a:pt x="4129074" y="826540"/>
                  <a:pt x="4215259" y="1166658"/>
                  <a:pt x="4198649" y="1754326"/>
                </a:cubicBezTo>
                <a:cubicBezTo>
                  <a:pt x="2503612" y="1804391"/>
                  <a:pt x="1332954" y="1595877"/>
                  <a:pt x="0" y="1754326"/>
                </a:cubicBezTo>
                <a:cubicBezTo>
                  <a:pt x="103244" y="1148964"/>
                  <a:pt x="131443" y="77949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can Use: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Query Wizard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9672A-5F2E-E5B6-4CDD-3E12EED0F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" y="1753340"/>
            <a:ext cx="6109855" cy="48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8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4A: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Wizard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4A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89D4846-1B7B-268E-AA6E-AB9DBBEAC5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725" y="1749444"/>
            <a:ext cx="4571440" cy="36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03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EB8C52-72C3-6ECD-3268-C5C034FE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7"/>
            <a:ext cx="10905066" cy="4280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00D19E-B26F-367F-05FC-677EB3C8CDA0}"/>
              </a:ext>
            </a:extLst>
          </p:cNvPr>
          <p:cNvSpPr/>
          <p:nvPr/>
        </p:nvSpPr>
        <p:spPr>
          <a:xfrm>
            <a:off x="7744958" y="5000534"/>
            <a:ext cx="4123438" cy="1754326"/>
          </a:xfrm>
          <a:custGeom>
            <a:avLst/>
            <a:gdLst>
              <a:gd name="connsiteX0" fmla="*/ 0 w 4123438"/>
              <a:gd name="connsiteY0" fmla="*/ 0 h 1754326"/>
              <a:gd name="connsiteX1" fmla="*/ 4123438 w 4123438"/>
              <a:gd name="connsiteY1" fmla="*/ 0 h 1754326"/>
              <a:gd name="connsiteX2" fmla="*/ 4123438 w 4123438"/>
              <a:gd name="connsiteY2" fmla="*/ 1754326 h 1754326"/>
              <a:gd name="connsiteX3" fmla="*/ 0 w 4123438"/>
              <a:gd name="connsiteY3" fmla="*/ 1754326 h 1754326"/>
              <a:gd name="connsiteX4" fmla="*/ 0 w 4123438"/>
              <a:gd name="connsiteY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3438" h="1754326" fill="none" extrusionOk="0">
                <a:moveTo>
                  <a:pt x="0" y="0"/>
                </a:moveTo>
                <a:cubicBezTo>
                  <a:pt x="1853944" y="-33775"/>
                  <a:pt x="2804387" y="138873"/>
                  <a:pt x="4123438" y="0"/>
                </a:cubicBezTo>
                <a:cubicBezTo>
                  <a:pt x="4149514" y="190305"/>
                  <a:pt x="4105456" y="1262717"/>
                  <a:pt x="4123438" y="1754326"/>
                </a:cubicBezTo>
                <a:cubicBezTo>
                  <a:pt x="2685638" y="1616996"/>
                  <a:pt x="428467" y="1616470"/>
                  <a:pt x="0" y="1754326"/>
                </a:cubicBezTo>
                <a:cubicBezTo>
                  <a:pt x="25931" y="954614"/>
                  <a:pt x="45305" y="226420"/>
                  <a:pt x="0" y="0"/>
                </a:cubicBezTo>
                <a:close/>
              </a:path>
              <a:path w="4123438" h="1754326" stroke="0" extrusionOk="0">
                <a:moveTo>
                  <a:pt x="0" y="0"/>
                </a:moveTo>
                <a:cubicBezTo>
                  <a:pt x="866811" y="-101487"/>
                  <a:pt x="2938816" y="-162162"/>
                  <a:pt x="4123438" y="0"/>
                </a:cubicBezTo>
                <a:cubicBezTo>
                  <a:pt x="4053863" y="826540"/>
                  <a:pt x="4140048" y="1166658"/>
                  <a:pt x="4123438" y="1754326"/>
                </a:cubicBezTo>
                <a:cubicBezTo>
                  <a:pt x="3259467" y="1804391"/>
                  <a:pt x="1909037" y="1595877"/>
                  <a:pt x="0" y="1754326"/>
                </a:cubicBezTo>
                <a:cubicBezTo>
                  <a:pt x="103244" y="1148964"/>
                  <a:pt x="131443" y="77949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can Use: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Query Design</a:t>
            </a:r>
          </a:p>
        </p:txBody>
      </p:sp>
    </p:spTree>
    <p:extLst>
      <p:ext uri="{BB962C8B-B14F-4D97-AF65-F5344CB8AC3E}">
        <p14:creationId xmlns:p14="http://schemas.microsoft.com/office/powerpoint/2010/main" val="186352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Create Query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A8609-D1C7-F32D-0925-DAC35366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38" y="1586397"/>
            <a:ext cx="10326541" cy="5458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7768F-93A0-C10E-3C49-C8223B0F1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8" y="1485629"/>
            <a:ext cx="11009889" cy="54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9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ADA4E-0582-A8C5-87A3-3B98C049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View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2D8FA-3BEC-4445-E0B8-43A023FA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957" y="643466"/>
            <a:ext cx="412341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5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66EE2-0BEE-BA18-156E-56E8E788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33" y="643467"/>
            <a:ext cx="8162734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24779-2259-A120-D752-0029FDB27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02" y="648884"/>
            <a:ext cx="8041265" cy="5655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F71F4-771A-1046-DDEE-BAC64E57F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5" y="631891"/>
            <a:ext cx="8041265" cy="57111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138C26-FAD8-9D42-1BC4-BACEE4100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090" y="863026"/>
            <a:ext cx="7686324" cy="535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5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4B: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Create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design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8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AFF934A-EB40-1247-929B-69E876678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40" y="1198337"/>
            <a:ext cx="4470395" cy="517357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7F1EAF8-8C44-DAA6-7028-855F1A13D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742" y="844962"/>
            <a:ext cx="3841194" cy="227065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ED37127-3EF2-1FCB-621A-60A46ABD3F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298" y="3429000"/>
            <a:ext cx="3724462" cy="25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35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4CCC8F1-81CE-E863-D864-DA60807D5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0" y="1569822"/>
            <a:ext cx="2626252" cy="393056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EAAE0EB-D370-53D3-8F6D-3083C8D5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515" y="4302616"/>
            <a:ext cx="3692110" cy="134368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B5339BC-9329-4B45-EA42-95C48C5AC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52" y="2137079"/>
            <a:ext cx="3637927" cy="166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18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47E9050-81DD-0314-4B01-AA2A0433A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175" y="2194803"/>
            <a:ext cx="9409888" cy="17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85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4C: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Customize Query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with Criteria 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3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36C8D2-AAD9-3922-37CD-00C44A26B2BC}"/>
              </a:ext>
            </a:extLst>
          </p:cNvPr>
          <p:cNvGrpSpPr/>
          <p:nvPr/>
        </p:nvGrpSpPr>
        <p:grpSpPr>
          <a:xfrm>
            <a:off x="1999129" y="2240579"/>
            <a:ext cx="8477560" cy="2759438"/>
            <a:chOff x="0" y="0"/>
            <a:chExt cx="5486400" cy="1534160"/>
          </a:xfrm>
        </p:grpSpPr>
        <p:pic>
          <p:nvPicPr>
            <p:cNvPr id="5" name="Picture 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004B8EA2-AC20-32D1-E44C-6F2D8B0C4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486400" cy="1534160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0E993B6-1FC8-A978-543C-167F0A7ECB06}"/>
                </a:ext>
              </a:extLst>
            </p:cNvPr>
            <p:cNvSpPr/>
            <p:nvPr/>
          </p:nvSpPr>
          <p:spPr>
            <a:xfrm>
              <a:off x="0" y="639147"/>
              <a:ext cx="5476672" cy="97971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3013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4C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B6D03A5-FBA7-4782-DECC-CC908FCCE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806" y="3774708"/>
            <a:ext cx="4558750" cy="1751631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93ECB2-A279-9356-2F96-5359997D9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80" y="2023077"/>
            <a:ext cx="3654355" cy="175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10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109</Words>
  <Application>Microsoft Office PowerPoint</Application>
  <PresentationFormat>Widescreen</PresentationFormat>
  <Paragraphs>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How to Create Query </vt:lpstr>
      <vt:lpstr>Lab 4A:  Creating Query  Using Wizard</vt:lpstr>
      <vt:lpstr>PowerPoint Presentation</vt:lpstr>
      <vt:lpstr>How to Create Query </vt:lpstr>
      <vt:lpstr>How to Create Query </vt:lpstr>
      <vt:lpstr>Query View Modes</vt:lpstr>
      <vt:lpstr>PowerPoint Presentation</vt:lpstr>
      <vt:lpstr>Lab 4B:  Create Query  using design view</vt:lpstr>
      <vt:lpstr>PowerPoint Presentation</vt:lpstr>
      <vt:lpstr>PowerPoint Presentation</vt:lpstr>
      <vt:lpstr>PowerPoint Presentation</vt:lpstr>
      <vt:lpstr>Lab 4C:  Customize Query  with Criteria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113</cp:revision>
  <dcterms:created xsi:type="dcterms:W3CDTF">2023-05-17T06:08:53Z</dcterms:created>
  <dcterms:modified xsi:type="dcterms:W3CDTF">2023-08-07T07:07:07Z</dcterms:modified>
</cp:coreProperties>
</file>