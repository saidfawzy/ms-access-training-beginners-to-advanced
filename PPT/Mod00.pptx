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6"/>
  </p:notesMasterIdLst>
  <p:sldIdLst>
    <p:sldId id="257" r:id="rId3"/>
    <p:sldId id="259" r:id="rId4"/>
    <p:sldId id="264" r:id="rId5"/>
    <p:sldId id="270" r:id="rId6"/>
    <p:sldId id="272" r:id="rId7"/>
    <p:sldId id="419" r:id="rId8"/>
    <p:sldId id="420" r:id="rId9"/>
    <p:sldId id="421" r:id="rId10"/>
    <p:sldId id="276" r:id="rId11"/>
    <p:sldId id="293" r:id="rId12"/>
    <p:sldId id="262" r:id="rId13"/>
    <p:sldId id="422" r:id="rId14"/>
    <p:sldId id="424" r:id="rId15"/>
    <p:sldId id="423" r:id="rId16"/>
    <p:sldId id="425" r:id="rId17"/>
    <p:sldId id="426" r:id="rId18"/>
    <p:sldId id="289" r:id="rId19"/>
    <p:sldId id="427" r:id="rId20"/>
    <p:sldId id="442" r:id="rId21"/>
    <p:sldId id="428" r:id="rId22"/>
    <p:sldId id="434" r:id="rId23"/>
    <p:sldId id="429" r:id="rId24"/>
    <p:sldId id="430" r:id="rId25"/>
    <p:sldId id="431" r:id="rId26"/>
    <p:sldId id="432" r:id="rId27"/>
    <p:sldId id="440" r:id="rId28"/>
    <p:sldId id="441" r:id="rId29"/>
    <p:sldId id="435" r:id="rId30"/>
    <p:sldId id="436" r:id="rId31"/>
    <p:sldId id="437" r:id="rId32"/>
    <p:sldId id="416" r:id="rId33"/>
    <p:sldId id="290" r:id="rId34"/>
    <p:sldId id="25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3F25E-AEB8-45C7-B9CC-7158A331DEA0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18C6F-3310-4DBB-96A5-51E928F68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6EEA2C-B15A-41FB-8CEE-35D5B1FD11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92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6EEA2C-B15A-41FB-8CEE-35D5B1FD119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273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6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6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2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0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0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8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0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818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348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9474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66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5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233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534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38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001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025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48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5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1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9E20D47-8950-4345-B591-B1A084BE3FF9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F98B1B4-76D7-4D05-B4C3-FF1900C6786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122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3" Type="http://schemas.openxmlformats.org/officeDocument/2006/relationships/image" Target="../media/image4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3" Type="http://schemas.openxmlformats.org/officeDocument/2006/relationships/image" Target="../media/image4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3.png"/><Relationship Id="rId18" Type="http://schemas.openxmlformats.org/officeDocument/2006/relationships/image" Target="../media/image23.png"/><Relationship Id="rId3" Type="http://schemas.openxmlformats.org/officeDocument/2006/relationships/image" Target="../media/image4.png"/><Relationship Id="rId21" Type="http://schemas.openxmlformats.org/officeDocument/2006/relationships/image" Target="../media/image26.png"/><Relationship Id="rId7" Type="http://schemas.openxmlformats.org/officeDocument/2006/relationships/image" Target="../media/image13.jpeg"/><Relationship Id="rId12" Type="http://schemas.openxmlformats.org/officeDocument/2006/relationships/image" Target="../media/image18.png"/><Relationship Id="rId17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jpe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10" Type="http://schemas.openxmlformats.org/officeDocument/2006/relationships/image" Target="../media/image16.png"/><Relationship Id="rId19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5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1593ED-BF40-D400-CFBA-E3973135B9B1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555A09F-2F02-20CB-CA0C-1C668FDFDEA7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6A25074A-8FD9-A00C-4969-D6A882686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F4848C-4979-9F93-6359-11511408B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7" name="Picture 6" descr="Logo, icon&#10;&#10;Description automatically generated">
              <a:extLst>
                <a:ext uri="{FF2B5EF4-FFF2-40B4-BE49-F238E27FC236}">
                  <a16:creationId xmlns:a16="http://schemas.microsoft.com/office/drawing/2014/main" id="{3990914A-5FE2-1177-63A2-203FD6C35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9B76BFE-E156-79F0-5420-6EE9D97304BD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2" name="Text Box 1">
            <a:extLst>
              <a:ext uri="{FF2B5EF4-FFF2-40B4-BE49-F238E27FC236}">
                <a16:creationId xmlns:a16="http://schemas.microsoft.com/office/drawing/2014/main" id="{B3B29CD8-3677-F554-B7DC-462B6524265A}"/>
              </a:ext>
            </a:extLst>
          </p:cNvPr>
          <p:cNvSpPr txBox="1"/>
          <p:nvPr/>
        </p:nvSpPr>
        <p:spPr>
          <a:xfrm>
            <a:off x="1391389" y="1050874"/>
            <a:ext cx="9060837" cy="91691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54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ar-EG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Training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73ABD1B-96B5-D7AF-47EE-85E3C8087432}"/>
              </a:ext>
            </a:extLst>
          </p:cNvPr>
          <p:cNvGrpSpPr/>
          <p:nvPr/>
        </p:nvGrpSpPr>
        <p:grpSpPr>
          <a:xfrm>
            <a:off x="4080827" y="2477755"/>
            <a:ext cx="4268263" cy="1945839"/>
            <a:chOff x="4080827" y="2477755"/>
            <a:chExt cx="4268263" cy="1945839"/>
          </a:xfrm>
        </p:grpSpPr>
        <p:pic>
          <p:nvPicPr>
            <p:cNvPr id="18" name="Picture 17" descr="Microsoft Access - Wikipedia">
              <a:extLst>
                <a:ext uri="{FF2B5EF4-FFF2-40B4-BE49-F238E27FC236}">
                  <a16:creationId xmlns:a16="http://schemas.microsoft.com/office/drawing/2014/main" id="{65762430-869E-AEAF-C180-2FA4135DF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827" y="2563044"/>
              <a:ext cx="1905576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D7DAA7-3715-806B-2839-A2F373084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86403" y="2477755"/>
              <a:ext cx="2362687" cy="1860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59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726737"/>
            <a:ext cx="12192000" cy="91691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5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2221AD-3082-6028-2199-46F1B8CCD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35" y="311499"/>
            <a:ext cx="3296998" cy="15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10783406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Certif.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00408EF-977D-1A2A-A80C-729EDE58E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568" y="1867887"/>
            <a:ext cx="715427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0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 lnSpcReduction="10000"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Quality Manager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1133297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22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358251" y="3126754"/>
            <a:ext cx="121867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333590" y="563137"/>
            <a:ext cx="1282018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11917170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614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12" grpId="0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12501370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1259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5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75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2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75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75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/>
      <p:bldP spid="45" grpId="0" animBg="1"/>
      <p:bldP spid="62" grpId="0" animBg="1"/>
      <p:bldP spid="63" grpId="0"/>
      <p:bldP spid="54" grpId="0" animBg="1"/>
      <p:bldP spid="55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1306825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009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13669770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2072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0"/>
                            </p:stCondLst>
                            <p:childTnLst>
                              <p:par>
                                <p:cTn id="4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000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5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000"/>
                            </p:stCondLst>
                            <p:childTnLst>
                              <p:par>
                                <p:cTn id="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0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/>
      <p:bldP spid="99" grpId="0" animBg="1"/>
      <p:bldP spid="100" grpId="0"/>
      <p:bldP spid="93" grpId="0" animBg="1"/>
      <p:bldP spid="94" grpId="0"/>
      <p:bldP spid="84" grpId="0" animBg="1"/>
      <p:bldP spid="8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AAAFA52-2474-258A-F57A-A3B779811B1F}"/>
              </a:ext>
            </a:extLst>
          </p:cNvPr>
          <p:cNvGrpSpPr/>
          <p:nvPr/>
        </p:nvGrpSpPr>
        <p:grpSpPr>
          <a:xfrm>
            <a:off x="-2553807" y="0"/>
            <a:ext cx="14741135" cy="6858000"/>
            <a:chOff x="-10783406" y="0"/>
            <a:chExt cx="14741135" cy="685800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A1D91F4-EB01-E39B-1ECA-1EA5A3CC9078}"/>
                </a:ext>
              </a:extLst>
            </p:cNvPr>
            <p:cNvGrpSpPr/>
            <p:nvPr/>
          </p:nvGrpSpPr>
          <p:grpSpPr>
            <a:xfrm>
              <a:off x="-10783406" y="0"/>
              <a:ext cx="14741135" cy="6858000"/>
              <a:chOff x="0" y="0"/>
              <a:chExt cx="12182756" cy="68580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FC04BD5-5FD9-B3E5-CE88-D571F32BFF0A}"/>
                  </a:ext>
                </a:extLst>
              </p:cNvPr>
              <p:cNvSpPr/>
              <p:nvPr/>
            </p:nvSpPr>
            <p:spPr>
              <a:xfrm>
                <a:off x="0" y="0"/>
                <a:ext cx="12182756" cy="6858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  <a:effectLst>
                <a:outerShdw blurRad="215900" dist="38100" sx="101000" sy="101000" algn="ctr" rotWithShape="0">
                  <a:schemeClr val="tx1">
                    <a:alpha val="3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>
                  <a:solidFill>
                    <a:schemeClr val="tx1"/>
                  </a:solidFill>
                  <a:latin typeface="Tw Cen MT" panose="020B0602020104020603" pitchFamily="34" charset="0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20CF9B1-5EE1-B23B-FB1C-04CEF48C968E}"/>
                  </a:ext>
                </a:extLst>
              </p:cNvPr>
              <p:cNvSpPr/>
              <p:nvPr/>
            </p:nvSpPr>
            <p:spPr>
              <a:xfrm flipH="1">
                <a:off x="11323774" y="2624282"/>
                <a:ext cx="858982" cy="1609436"/>
              </a:xfrm>
              <a:custGeom>
                <a:avLst/>
                <a:gdLst>
                  <a:gd name="connsiteX0" fmla="*/ 60037 w 868219"/>
                  <a:gd name="connsiteY0" fmla="*/ 0 h 1609436"/>
                  <a:gd name="connsiteX1" fmla="*/ 868219 w 868219"/>
                  <a:gd name="connsiteY1" fmla="*/ 804718 h 1609436"/>
                  <a:gd name="connsiteX2" fmla="*/ 60037 w 868219"/>
                  <a:gd name="connsiteY2" fmla="*/ 1609436 h 1609436"/>
                  <a:gd name="connsiteX3" fmla="*/ 0 w 868219"/>
                  <a:gd name="connsiteY3" fmla="*/ 1603410 h 1609436"/>
                  <a:gd name="connsiteX4" fmla="*/ 0 w 868219"/>
                  <a:gd name="connsiteY4" fmla="*/ 6026 h 160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8219" h="1609436">
                    <a:moveTo>
                      <a:pt x="60037" y="0"/>
                    </a:moveTo>
                    <a:cubicBezTo>
                      <a:pt x="506384" y="0"/>
                      <a:pt x="868219" y="360285"/>
                      <a:pt x="868219" y="804718"/>
                    </a:cubicBezTo>
                    <a:cubicBezTo>
                      <a:pt x="868219" y="1249151"/>
                      <a:pt x="506384" y="1609436"/>
                      <a:pt x="60037" y="1609436"/>
                    </a:cubicBezTo>
                    <a:lnTo>
                      <a:pt x="0" y="1603410"/>
                    </a:lnTo>
                    <a:lnTo>
                      <a:pt x="0" y="602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wrap="square" rtlCol="0" anchor="ctr"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chemeClr val="bg1">
                        <a:lumMod val="95000"/>
                      </a:schemeClr>
                    </a:solidFill>
                    <a:latin typeface="Tw Cen MT" panose="020B0602020104020603" pitchFamily="34" charset="0"/>
                  </a:rPr>
                  <a:t>JOB</a:t>
                </a:r>
                <a:endParaRPr lang="en-US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5C02432-CF3F-CF02-77FE-E6EF29F80172}"/>
                </a:ext>
              </a:extLst>
            </p:cNvPr>
            <p:cNvGrpSpPr/>
            <p:nvPr/>
          </p:nvGrpSpPr>
          <p:grpSpPr>
            <a:xfrm>
              <a:off x="-3375206" y="143494"/>
              <a:ext cx="6473953" cy="5845826"/>
              <a:chOff x="-3375206" y="143494"/>
              <a:chExt cx="6473953" cy="584582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F3D4F1EF-3F90-5D20-795B-90F32F2E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213819" y="143494"/>
                <a:ext cx="2151178" cy="2136081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1256A621-72FB-CFD4-90DE-BCEC49A8BC5E}"/>
                  </a:ext>
                </a:extLst>
              </p:cNvPr>
              <p:cNvGrpSpPr/>
              <p:nvPr/>
            </p:nvGrpSpPr>
            <p:grpSpPr>
              <a:xfrm>
                <a:off x="-3375206" y="2825496"/>
                <a:ext cx="6473953" cy="3163824"/>
                <a:chOff x="-3375206" y="2825496"/>
                <a:chExt cx="6473953" cy="3163824"/>
              </a:xfrm>
            </p:grpSpPr>
            <p:sp>
              <p:nvSpPr>
                <p:cNvPr id="3" name="Subtitle 2">
                  <a:extLst>
                    <a:ext uri="{FF2B5EF4-FFF2-40B4-BE49-F238E27FC236}">
                      <a16:creationId xmlns:a16="http://schemas.microsoft.com/office/drawing/2014/main" id="{F47CA157-2AF2-E9B7-B2F5-743C7E5FBC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-3375206" y="2825496"/>
                  <a:ext cx="6473953" cy="3163824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None/>
                  </a:pPr>
                  <a:r>
                    <a:rPr lang="en-US" sz="5400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Said Fawzy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Manager of Information Center</a:t>
                  </a: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Tendering Department</a:t>
                  </a:r>
                  <a:endParaRPr lang="ar-EG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endParaRPr lang="en-US" b="1" dirty="0">
                    <a:solidFill>
                      <a:srgbClr val="002060"/>
                    </a:solidFill>
                    <a:latin typeface="Arial Black" panose="020B0A04020102020204" pitchFamily="34" charset="0"/>
                  </a:endParaRPr>
                </a:p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002060"/>
                      </a:solidFill>
                      <a:latin typeface="Arial Black" panose="020B0A04020102020204" pitchFamily="34" charset="0"/>
                    </a:rPr>
                    <a:t>Arab Contractors </a:t>
                  </a:r>
                </a:p>
              </p:txBody>
            </p:sp>
            <p:pic>
              <p:nvPicPr>
                <p:cNvPr id="6" name="Picture 5" descr="Logo, icon&#10;&#10;Description automatically generated">
                  <a:extLst>
                    <a:ext uri="{FF2B5EF4-FFF2-40B4-BE49-F238E27FC236}">
                      <a16:creationId xmlns:a16="http://schemas.microsoft.com/office/drawing/2014/main" id="{0EA3409C-75EA-A5C3-A1E1-E183D25D26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3020671" y="4811523"/>
                  <a:ext cx="1115522" cy="969376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4E75DA-832F-D693-741B-4A75A9586492}"/>
              </a:ext>
            </a:extLst>
          </p:cNvPr>
          <p:cNvGrpSpPr/>
          <p:nvPr/>
        </p:nvGrpSpPr>
        <p:grpSpPr>
          <a:xfrm>
            <a:off x="-3037380" y="0"/>
            <a:ext cx="14741135" cy="6858000"/>
            <a:chOff x="0" y="0"/>
            <a:chExt cx="12182756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BBEDDF-6CD7-E92A-7E54-77B05E15EFA8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88446E2-D92A-6D53-602B-CBE67A4F3548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 err="1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Quali</a:t>
              </a:r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3ACCDA9-3067-654F-BEB3-00A455730882}"/>
              </a:ext>
            </a:extLst>
          </p:cNvPr>
          <p:cNvGrpSpPr/>
          <p:nvPr/>
        </p:nvGrpSpPr>
        <p:grpSpPr>
          <a:xfrm rot="5400000">
            <a:off x="8172996" y="3190171"/>
            <a:ext cx="1589189" cy="2150864"/>
            <a:chOff x="1523999" y="2311401"/>
            <a:chExt cx="1108363" cy="1416294"/>
          </a:xfrm>
        </p:grpSpPr>
        <p:sp>
          <p:nvSpPr>
            <p:cNvPr id="35" name="Rectangle: Top Corners Rounded 34">
              <a:extLst>
                <a:ext uri="{FF2B5EF4-FFF2-40B4-BE49-F238E27FC236}">
                  <a16:creationId xmlns:a16="http://schemas.microsoft.com/office/drawing/2014/main" id="{6C6EF3BD-2AAC-9282-5E92-D2DA4655CE34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834B492-D11E-A0A8-8C43-6D20A732FF1A}"/>
                </a:ext>
              </a:extLst>
            </p:cNvPr>
            <p:cNvSpPr txBox="1"/>
            <p:nvPr/>
          </p:nvSpPr>
          <p:spPr>
            <a:xfrm rot="16200000">
              <a:off x="1356015" y="2781187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1998</a:t>
              </a:r>
            </a:p>
          </p:txBody>
        </p: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09ED951-C22B-CD37-DC68-B103F1F6CCAE}"/>
              </a:ext>
            </a:extLst>
          </p:cNvPr>
          <p:cNvSpPr/>
          <p:nvPr/>
        </p:nvSpPr>
        <p:spPr>
          <a:xfrm rot="5400000" flipV="1">
            <a:off x="5054910" y="1257379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D10AEF-38E6-3B02-B2BB-414076D4FA32}"/>
              </a:ext>
            </a:extLst>
          </p:cNvPr>
          <p:cNvSpPr txBox="1"/>
          <p:nvPr/>
        </p:nvSpPr>
        <p:spPr>
          <a:xfrm>
            <a:off x="4411419" y="3592843"/>
            <a:ext cx="34807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3399"/>
                </a:solidFill>
                <a:latin typeface="Tw Cen MT" panose="020B0602020104020603" pitchFamily="34" charset="0"/>
              </a:rPr>
              <a:t>High Diploma in Construction Project Management 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F99E835-B7CD-4444-EECC-574935C03952}"/>
              </a:ext>
            </a:extLst>
          </p:cNvPr>
          <p:cNvGrpSpPr/>
          <p:nvPr/>
        </p:nvGrpSpPr>
        <p:grpSpPr>
          <a:xfrm>
            <a:off x="2856540" y="3500238"/>
            <a:ext cx="1999005" cy="1559959"/>
            <a:chOff x="2856540" y="3500238"/>
            <a:chExt cx="1999005" cy="1559959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F56CF7-5E60-6941-2DF0-7511CD3219E9}"/>
                </a:ext>
              </a:extLst>
            </p:cNvPr>
            <p:cNvSpPr txBox="1"/>
            <p:nvPr/>
          </p:nvSpPr>
          <p:spPr>
            <a:xfrm>
              <a:off x="2856540" y="4475422"/>
              <a:ext cx="199900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Ein Shams </a:t>
              </a:r>
            </a:p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University </a:t>
              </a:r>
            </a:p>
          </p:txBody>
        </p:sp>
        <p:pic>
          <p:nvPicPr>
            <p:cNvPr id="41" name="Picture 4" descr="http://portal.eng.asu.edu.eg/asueng/photo/sbsoidasuengdio/sbsfid4537dif.png">
              <a:extLst>
                <a:ext uri="{FF2B5EF4-FFF2-40B4-BE49-F238E27FC236}">
                  <a16:creationId xmlns:a16="http://schemas.microsoft.com/office/drawing/2014/main" id="{8CF1094E-AAB9-5F19-693E-4D35E6A3C7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1919" y="3500238"/>
              <a:ext cx="1208249" cy="1014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758250-6A06-E385-F9D6-CEC4DB1F7CBE}"/>
              </a:ext>
            </a:extLst>
          </p:cNvPr>
          <p:cNvGrpSpPr/>
          <p:nvPr/>
        </p:nvGrpSpPr>
        <p:grpSpPr>
          <a:xfrm rot="5400000">
            <a:off x="8180004" y="615228"/>
            <a:ext cx="1589189" cy="2150864"/>
            <a:chOff x="1523999" y="2311401"/>
            <a:chExt cx="1108363" cy="141629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33340BD5-DB28-FD93-D9E5-C9E616F7A46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F83E0D-BFF6-A406-F94B-8567257D1DFA}"/>
                </a:ext>
              </a:extLst>
            </p:cNvPr>
            <p:cNvSpPr txBox="1"/>
            <p:nvPr/>
          </p:nvSpPr>
          <p:spPr>
            <a:xfrm rot="16200000">
              <a:off x="1463104" y="2674098"/>
              <a:ext cx="139930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1987</a:t>
              </a:r>
            </a:p>
          </p:txBody>
        </p:sp>
      </p:grp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7443F4-0137-8988-9ADB-A2309C5DF20F}"/>
              </a:ext>
            </a:extLst>
          </p:cNvPr>
          <p:cNvSpPr/>
          <p:nvPr/>
        </p:nvSpPr>
        <p:spPr>
          <a:xfrm rot="5400000" flipV="1">
            <a:off x="5061918" y="-1317564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A99CC1-679E-EFF0-DC59-8D6A28757379}"/>
              </a:ext>
            </a:extLst>
          </p:cNvPr>
          <p:cNvSpPr txBox="1"/>
          <p:nvPr/>
        </p:nvSpPr>
        <p:spPr>
          <a:xfrm>
            <a:off x="4418427" y="1017900"/>
            <a:ext cx="3480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3399"/>
                </a:solidFill>
                <a:latin typeface="Tw Cen MT" panose="020B0602020104020603" pitchFamily="34" charset="0"/>
              </a:rPr>
              <a:t>B.SC In Civil Engineering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9141EF-305B-B461-4A75-CA35E919953A}"/>
              </a:ext>
            </a:extLst>
          </p:cNvPr>
          <p:cNvGrpSpPr/>
          <p:nvPr/>
        </p:nvGrpSpPr>
        <p:grpSpPr>
          <a:xfrm>
            <a:off x="3079624" y="997558"/>
            <a:ext cx="1794393" cy="1386199"/>
            <a:chOff x="3585443" y="4345965"/>
            <a:chExt cx="1794393" cy="138619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DCFA9BE-5AB5-0900-FDA6-7BC0151634AF}"/>
                </a:ext>
              </a:extLst>
            </p:cNvPr>
            <p:cNvSpPr txBox="1"/>
            <p:nvPr/>
          </p:nvSpPr>
          <p:spPr>
            <a:xfrm>
              <a:off x="3585443" y="5393610"/>
              <a:ext cx="17943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>
                      <a:lumMod val="50000"/>
                    </a:schemeClr>
                  </a:solidFill>
                  <a:latin typeface="Tw Cen MT" panose="020B0602020104020603" pitchFamily="34" charset="0"/>
                </a:rPr>
                <a:t>Alex University </a:t>
              </a:r>
            </a:p>
          </p:txBody>
        </p:sp>
        <p:pic>
          <p:nvPicPr>
            <p:cNvPr id="33" name="Picture 2" descr="http://eng.au.alexu.edu.eg/Arabic/PublishingImages/575717_424518667670121_1900565604_n.jpg">
              <a:extLst>
                <a:ext uri="{FF2B5EF4-FFF2-40B4-BE49-F238E27FC236}">
                  <a16:creationId xmlns:a16="http://schemas.microsoft.com/office/drawing/2014/main" id="{0CC397BC-25DC-DBFB-5FFD-50E6E3D6C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5991" y="4345965"/>
              <a:ext cx="693295" cy="1047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E8E91CA-F033-D465-E46F-F13C30D190EB}"/>
              </a:ext>
            </a:extLst>
          </p:cNvPr>
          <p:cNvGrpSpPr/>
          <p:nvPr/>
        </p:nvGrpSpPr>
        <p:grpSpPr>
          <a:xfrm>
            <a:off x="-3489608" y="0"/>
            <a:ext cx="14741135" cy="6858000"/>
            <a:chOff x="0" y="0"/>
            <a:chExt cx="12182756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F4425B2-FA6F-5DD4-1CC3-466CD9E7AC9E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5D99AA-1B29-D35A-9C39-BA276151A346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B527A38-39A2-DDB8-C8D4-ED98DA583630}"/>
              </a:ext>
            </a:extLst>
          </p:cNvPr>
          <p:cNvGrpSpPr/>
          <p:nvPr/>
        </p:nvGrpSpPr>
        <p:grpSpPr>
          <a:xfrm rot="5400000">
            <a:off x="8502119" y="-117198"/>
            <a:ext cx="1014980" cy="2057940"/>
            <a:chOff x="1523999" y="2247978"/>
            <a:chExt cx="1108363" cy="1462731"/>
          </a:xfrm>
        </p:grpSpPr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0EFD6EEB-EA59-91E5-BAE2-C9A629034B7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E829E3E-F5C7-946E-77DC-E00589C4F13F}"/>
                </a:ext>
              </a:extLst>
            </p:cNvPr>
            <p:cNvSpPr txBox="1"/>
            <p:nvPr/>
          </p:nvSpPr>
          <p:spPr>
            <a:xfrm rot="16200000">
              <a:off x="1253072" y="2700779"/>
              <a:ext cx="1399309" cy="4937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1999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5B8E3A-F3CE-EA4B-8F38-0AB5626DD07D}"/>
              </a:ext>
            </a:extLst>
          </p:cNvPr>
          <p:cNvGrpSpPr/>
          <p:nvPr/>
        </p:nvGrpSpPr>
        <p:grpSpPr>
          <a:xfrm rot="5400000">
            <a:off x="8502119" y="4959716"/>
            <a:ext cx="1014980" cy="2057940"/>
            <a:chOff x="1523999" y="2247978"/>
            <a:chExt cx="1108363" cy="1462731"/>
          </a:xfrm>
        </p:grpSpPr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44D620FA-0140-937F-151D-8BD08DC3422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59597D-03D7-91DC-6897-0647944E935D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2006</a:t>
              </a:r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039823C-A5D2-2F22-45BF-8B7EB3E6DAFF}"/>
              </a:ext>
            </a:extLst>
          </p:cNvPr>
          <p:cNvSpPr/>
          <p:nvPr/>
        </p:nvSpPr>
        <p:spPr>
          <a:xfrm rot="5400000" flipV="1">
            <a:off x="5094275" y="2545000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0F5450-BA2E-F644-B5C3-AE4717F2F813}"/>
              </a:ext>
            </a:extLst>
          </p:cNvPr>
          <p:cNvSpPr txBox="1"/>
          <p:nvPr/>
        </p:nvSpPr>
        <p:spPr>
          <a:xfrm>
            <a:off x="4478984" y="5445372"/>
            <a:ext cx="3769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Technology Specialist(MCTS) 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6DDB857F-96FF-EC1E-37B1-34DF13D6E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80" y="5573877"/>
            <a:ext cx="2219325" cy="762000"/>
          </a:xfrm>
          <a:prstGeom prst="rect">
            <a:avLst/>
          </a:prstGeom>
        </p:spPr>
      </p:pic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43F06CC-38F3-FB08-06F2-9B0ECD70F76E}"/>
              </a:ext>
            </a:extLst>
          </p:cNvPr>
          <p:cNvSpPr/>
          <p:nvPr/>
        </p:nvSpPr>
        <p:spPr>
          <a:xfrm rot="5400000" flipV="1">
            <a:off x="5122556" y="-2531914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31E8778-572A-C166-A053-4C911D25ECAD}"/>
              </a:ext>
            </a:extLst>
          </p:cNvPr>
          <p:cNvGrpSpPr/>
          <p:nvPr/>
        </p:nvGrpSpPr>
        <p:grpSpPr>
          <a:xfrm rot="5400000">
            <a:off x="8522541" y="1402088"/>
            <a:ext cx="1014980" cy="2057940"/>
            <a:chOff x="1523999" y="2247978"/>
            <a:chExt cx="1108363" cy="1462731"/>
          </a:xfrm>
        </p:grpSpPr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0D1B6F82-5D16-6ED4-CB92-B58746D10E9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7C41DA5-EAC4-FE6E-CED5-6A734C57C4B9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2000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B07EEB3-6463-EABE-D55F-A1CB3BEA2666}"/>
              </a:ext>
            </a:extLst>
          </p:cNvPr>
          <p:cNvGrpSpPr/>
          <p:nvPr/>
        </p:nvGrpSpPr>
        <p:grpSpPr>
          <a:xfrm rot="5400000">
            <a:off x="8519963" y="3439589"/>
            <a:ext cx="1014980" cy="2057940"/>
            <a:chOff x="1523999" y="2247978"/>
            <a:chExt cx="1108363" cy="1462731"/>
          </a:xfrm>
        </p:grpSpPr>
        <p:sp>
          <p:nvSpPr>
            <p:cNvPr id="60" name="Rectangle: Top Corners Rounded 59">
              <a:extLst>
                <a:ext uri="{FF2B5EF4-FFF2-40B4-BE49-F238E27FC236}">
                  <a16:creationId xmlns:a16="http://schemas.microsoft.com/office/drawing/2014/main" id="{5455C244-C9C0-698B-CF12-0EE6C273DADA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4BF1DAB-CD85-432B-7D74-E67205DB4813}"/>
                </a:ext>
              </a:extLst>
            </p:cNvPr>
            <p:cNvSpPr txBox="1"/>
            <p:nvPr/>
          </p:nvSpPr>
          <p:spPr>
            <a:xfrm rot="16200000">
              <a:off x="1392725" y="2561125"/>
              <a:ext cx="1399309" cy="773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2001</a:t>
              </a:r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DE1A1CF6-0F59-FB29-DA54-B6FB8C8B35FA}"/>
              </a:ext>
            </a:extLst>
          </p:cNvPr>
          <p:cNvSpPr/>
          <p:nvPr/>
        </p:nvSpPr>
        <p:spPr>
          <a:xfrm rot="5400000" flipV="1">
            <a:off x="5112119" y="1024873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C778E5-F384-EC18-8DD5-596F0DEBDBEB}"/>
              </a:ext>
            </a:extLst>
          </p:cNvPr>
          <p:cNvSpPr txBox="1"/>
          <p:nvPr/>
        </p:nvSpPr>
        <p:spPr>
          <a:xfrm>
            <a:off x="4156344" y="4009605"/>
            <a:ext cx="3854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Oracle Certified Master (OCM)</a:t>
            </a:r>
          </a:p>
        </p:txBody>
      </p:sp>
      <p:pic>
        <p:nvPicPr>
          <p:cNvPr id="1026" name="Picture 2" descr="WHICH ORACLE CERTIFICATION IS RIGHT FOR YOU?">
            <a:extLst>
              <a:ext uri="{FF2B5EF4-FFF2-40B4-BE49-F238E27FC236}">
                <a16:creationId xmlns:a16="http://schemas.microsoft.com/office/drawing/2014/main" id="{F611CC02-E1A3-D775-63BB-56883DB0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87" y="3970307"/>
            <a:ext cx="948611" cy="971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25836C6D-325D-0EE1-21D0-64B1453C0E05}"/>
              </a:ext>
            </a:extLst>
          </p:cNvPr>
          <p:cNvSpPr/>
          <p:nvPr/>
        </p:nvSpPr>
        <p:spPr>
          <a:xfrm rot="5400000" flipV="1">
            <a:off x="5114697" y="-1012628"/>
            <a:ext cx="1200329" cy="6909349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78A26F5-7A73-66F7-4032-277B67FBD6B5}"/>
              </a:ext>
            </a:extLst>
          </p:cNvPr>
          <p:cNvSpPr txBox="1"/>
          <p:nvPr/>
        </p:nvSpPr>
        <p:spPr>
          <a:xfrm>
            <a:off x="4787805" y="1887744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Certified Internet Webmaster(CIW)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43F5B79F-E8ED-543E-0235-18D02CE335D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025" y="2110545"/>
            <a:ext cx="1853424" cy="62200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2789D124-7652-9534-C8E2-DCB05C55C3D5}"/>
              </a:ext>
            </a:extLst>
          </p:cNvPr>
          <p:cNvSpPr txBox="1"/>
          <p:nvPr/>
        </p:nvSpPr>
        <p:spPr>
          <a:xfrm>
            <a:off x="4767383" y="368458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Microsoft Certified Professional (MCP) 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DBFC28C7-EBC9-9B85-0F31-0E5FD2907B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95" y="591212"/>
            <a:ext cx="2398819" cy="599705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32577D2-D072-EFEA-F499-9D1B3DED48FA}"/>
              </a:ext>
            </a:extLst>
          </p:cNvPr>
          <p:cNvGrpSpPr/>
          <p:nvPr/>
        </p:nvGrpSpPr>
        <p:grpSpPr>
          <a:xfrm>
            <a:off x="-3994729" y="0"/>
            <a:ext cx="14741135" cy="6858000"/>
            <a:chOff x="0" y="0"/>
            <a:chExt cx="12182756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6AF55D-17D4-6BDB-9E8D-D5FD3E59E783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E259ACF-A8FD-68E3-C936-B9B7C72EA2EA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sz="1600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2D867F-2B71-0AEE-111F-AEEA0D63B2F8}"/>
              </a:ext>
            </a:extLst>
          </p:cNvPr>
          <p:cNvGrpSpPr/>
          <p:nvPr/>
        </p:nvGrpSpPr>
        <p:grpSpPr>
          <a:xfrm rot="5400000">
            <a:off x="7175108" y="429010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48" name="Rectangle: Top Corners Rounded 47">
              <a:extLst>
                <a:ext uri="{FF2B5EF4-FFF2-40B4-BE49-F238E27FC236}">
                  <a16:creationId xmlns:a16="http://schemas.microsoft.com/office/drawing/2014/main" id="{F1869A18-29F5-13A6-A739-C7B58D6FC4F7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C409F-9D4D-1ACA-B4B8-4EEC5FE74AE5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2009</a:t>
              </a:r>
            </a:p>
          </p:txBody>
        </p:sp>
      </p:grp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892A6D28-5154-7D17-AE54-CD7D1345098A}"/>
              </a:ext>
            </a:extLst>
          </p:cNvPr>
          <p:cNvSpPr/>
          <p:nvPr/>
        </p:nvSpPr>
        <p:spPr>
          <a:xfrm rot="5400000" flipV="1">
            <a:off x="3903436" y="-1451691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B9F1E51-0AD4-6177-DCBE-422812CF4F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749" y="795356"/>
            <a:ext cx="1495294" cy="1479718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F5EED94-C022-1752-C11D-051C5A875852}"/>
              </a:ext>
            </a:extLst>
          </p:cNvPr>
          <p:cNvGrpSpPr/>
          <p:nvPr/>
        </p:nvGrpSpPr>
        <p:grpSpPr>
          <a:xfrm>
            <a:off x="3259945" y="782177"/>
            <a:ext cx="3480740" cy="1551268"/>
            <a:chOff x="3259945" y="782177"/>
            <a:chExt cx="3480740" cy="15512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4980D9D-10C2-61EC-73B9-B4E6A9A54AA0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5F10887D-AA9A-AA25-383A-0991C1B66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7510751-ABBB-09F0-8A91-9EBE8F1D651A}"/>
              </a:ext>
            </a:extLst>
          </p:cNvPr>
          <p:cNvGrpSpPr/>
          <p:nvPr/>
        </p:nvGrpSpPr>
        <p:grpSpPr>
          <a:xfrm rot="5400000">
            <a:off x="7169672" y="4003483"/>
            <a:ext cx="1282018" cy="2150864"/>
            <a:chOff x="1523999" y="2311401"/>
            <a:chExt cx="1108363" cy="1416294"/>
          </a:xfrm>
          <a:solidFill>
            <a:srgbClr val="002060"/>
          </a:solidFill>
        </p:grpSpPr>
        <p:sp>
          <p:nvSpPr>
            <p:cNvPr id="75" name="Rectangle: Top Corners Rounded 74">
              <a:extLst>
                <a:ext uri="{FF2B5EF4-FFF2-40B4-BE49-F238E27FC236}">
                  <a16:creationId xmlns:a16="http://schemas.microsoft.com/office/drawing/2014/main" id="{2351A616-39FE-0C74-D7F2-4109E5B2C626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361A87C-9ECC-C9F3-8DE5-F709DBF8FFC1}"/>
                </a:ext>
              </a:extLst>
            </p:cNvPr>
            <p:cNvSpPr txBox="1"/>
            <p:nvPr/>
          </p:nvSpPr>
          <p:spPr>
            <a:xfrm rot="16200000">
              <a:off x="1415161" y="2722041"/>
              <a:ext cx="1399309" cy="61200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2016</a:t>
              </a:r>
            </a:p>
          </p:txBody>
        </p:sp>
      </p:grp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34D4425F-BD40-69B4-5067-613F564EE214}"/>
              </a:ext>
            </a:extLst>
          </p:cNvPr>
          <p:cNvSpPr/>
          <p:nvPr/>
        </p:nvSpPr>
        <p:spPr>
          <a:xfrm rot="5400000" flipV="1">
            <a:off x="3898000" y="2122782"/>
            <a:ext cx="1589191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8E06B44-EE21-6D5C-0A23-05DFC0B8ED2F}"/>
              </a:ext>
            </a:extLst>
          </p:cNvPr>
          <p:cNvGrpSpPr/>
          <p:nvPr/>
        </p:nvGrpSpPr>
        <p:grpSpPr>
          <a:xfrm>
            <a:off x="3254509" y="4356650"/>
            <a:ext cx="3480740" cy="1551268"/>
            <a:chOff x="3259945" y="782177"/>
            <a:chExt cx="3480740" cy="1551268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1F5C3AD1-FC82-9541-B05F-E4077C7D2174}"/>
                </a:ext>
              </a:extLst>
            </p:cNvPr>
            <p:cNvSpPr txBox="1"/>
            <p:nvPr/>
          </p:nvSpPr>
          <p:spPr>
            <a:xfrm>
              <a:off x="3259945" y="782177"/>
              <a:ext cx="34807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Lead Auditor </a:t>
              </a:r>
              <a:r>
                <a:rPr lang="en-US" sz="2000" b="1" dirty="0">
                  <a:solidFill>
                    <a:srgbClr val="002060"/>
                  </a:solidFill>
                  <a:latin typeface="Tw Cen MT" panose="020B0602020104020603" pitchFamily="34" charset="0"/>
                </a:rPr>
                <a:t>Quality Management Systems </a:t>
              </a:r>
              <a:endParaRPr lang="en-US" sz="3600" b="1" dirty="0">
                <a:solidFill>
                  <a:srgbClr val="002060"/>
                </a:solidFill>
                <a:latin typeface="Tw Cen MT" panose="020B0602020104020603" pitchFamily="34" charset="0"/>
              </a:endParaRP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D701049C-F28B-314E-45E1-B2E0AE5DF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345055" y="1719584"/>
              <a:ext cx="842913" cy="613861"/>
            </a:xfrm>
            <a:prstGeom prst="rect">
              <a:avLst/>
            </a:prstGeom>
          </p:spPr>
        </p:pic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37E270AA-75A4-7B93-C4B8-D21E4DD180C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59118" y="4544093"/>
            <a:ext cx="1045181" cy="121600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5138CA6-40E4-6230-2813-7977FD0F0CEF}"/>
              </a:ext>
            </a:extLst>
          </p:cNvPr>
          <p:cNvGrpSpPr/>
          <p:nvPr/>
        </p:nvGrpSpPr>
        <p:grpSpPr>
          <a:xfrm>
            <a:off x="-4518612" y="0"/>
            <a:ext cx="14741135" cy="6858000"/>
            <a:chOff x="0" y="0"/>
            <a:chExt cx="12182756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1BDBED-BE2F-D51B-D2B3-1E2CFD8018F0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7BDAFC3-30AD-8138-C365-7BBE9576BBC7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Cert.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8AEA288-EF0B-EFB7-7F5C-40B006FC35BA}"/>
              </a:ext>
            </a:extLst>
          </p:cNvPr>
          <p:cNvGrpSpPr/>
          <p:nvPr/>
        </p:nvGrpSpPr>
        <p:grpSpPr>
          <a:xfrm rot="5400000">
            <a:off x="6594516" y="5026299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103" name="Rectangle: Top Corners Rounded 102">
              <a:extLst>
                <a:ext uri="{FF2B5EF4-FFF2-40B4-BE49-F238E27FC236}">
                  <a16:creationId xmlns:a16="http://schemas.microsoft.com/office/drawing/2014/main" id="{8B1FA7CC-9E62-7D77-09A0-732B65D3DBB1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C6BA01B-C16E-90F1-FFC7-E3E955187EA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2023</a:t>
              </a:r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43203C39-7BE2-3826-6DB5-2933E56A3FF3}"/>
              </a:ext>
            </a:extLst>
          </p:cNvPr>
          <p:cNvSpPr/>
          <p:nvPr/>
        </p:nvSpPr>
        <p:spPr>
          <a:xfrm rot="5400000" flipV="1">
            <a:off x="3468474" y="2994180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F53CEB-74C7-6EA4-96B9-BB9D63A5466D}"/>
              </a:ext>
            </a:extLst>
          </p:cNvPr>
          <p:cNvSpPr txBox="1"/>
          <p:nvPr/>
        </p:nvSpPr>
        <p:spPr>
          <a:xfrm>
            <a:off x="2510612" y="5532507"/>
            <a:ext cx="3875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Tw Cen MT" panose="020B0602020104020603" pitchFamily="34" charset="0"/>
              </a:rPr>
              <a:t>IBM Certified Data Analysist Professional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BA20CF0-71C3-64EA-F165-44771A8EF0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1524" y="5477428"/>
            <a:ext cx="1465910" cy="9661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8D698687-5795-E9FA-2237-717DB284D821}"/>
              </a:ext>
            </a:extLst>
          </p:cNvPr>
          <p:cNvGrpSpPr/>
          <p:nvPr/>
        </p:nvGrpSpPr>
        <p:grpSpPr>
          <a:xfrm rot="5400000">
            <a:off x="6608402" y="-184168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78" name="Rectangle: Top Corners Rounded 77">
              <a:extLst>
                <a:ext uri="{FF2B5EF4-FFF2-40B4-BE49-F238E27FC236}">
                  <a16:creationId xmlns:a16="http://schemas.microsoft.com/office/drawing/2014/main" id="{CD6A9780-E804-5276-7A16-1F34A21C0E6E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19613BB-392C-A3BA-01E5-49DE0ED60F85}"/>
                </a:ext>
              </a:extLst>
            </p:cNvPr>
            <p:cNvSpPr txBox="1"/>
            <p:nvPr/>
          </p:nvSpPr>
          <p:spPr>
            <a:xfrm rot="16200000">
              <a:off x="1505353" y="2565490"/>
              <a:ext cx="1142224" cy="79629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2021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31F3BE7-713D-37E0-B291-F4F281380BBE}"/>
              </a:ext>
            </a:extLst>
          </p:cNvPr>
          <p:cNvGrpSpPr/>
          <p:nvPr/>
        </p:nvGrpSpPr>
        <p:grpSpPr>
          <a:xfrm rot="5400000">
            <a:off x="6627032" y="3512004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7" name="Rectangle: Top Corners Rounded 96">
              <a:extLst>
                <a:ext uri="{FF2B5EF4-FFF2-40B4-BE49-F238E27FC236}">
                  <a16:creationId xmlns:a16="http://schemas.microsoft.com/office/drawing/2014/main" id="{9DC3EA66-0BE3-F74D-BD85-7A522DF3A908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06CFD21-8539-6D03-3613-410208445BE9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86C31F-06D1-6F7C-6A7A-F414BF347DC7}"/>
              </a:ext>
            </a:extLst>
          </p:cNvPr>
          <p:cNvSpPr/>
          <p:nvPr/>
        </p:nvSpPr>
        <p:spPr>
          <a:xfrm rot="5400000" flipV="1">
            <a:off x="3500990" y="1479885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3DA4D5C9-48F0-BAFF-B5FB-1F77549E46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87396" y="4203610"/>
            <a:ext cx="1513477" cy="443249"/>
          </a:xfrm>
          <a:prstGeom prst="rect">
            <a:avLst/>
          </a:prstGeom>
        </p:spPr>
      </p:pic>
      <p:grpSp>
        <p:nvGrpSpPr>
          <p:cNvPr id="90" name="Group 89">
            <a:extLst>
              <a:ext uri="{FF2B5EF4-FFF2-40B4-BE49-F238E27FC236}">
                <a16:creationId xmlns:a16="http://schemas.microsoft.com/office/drawing/2014/main" id="{58C38501-3D47-6374-8729-4A0766AE818C}"/>
              </a:ext>
            </a:extLst>
          </p:cNvPr>
          <p:cNvGrpSpPr/>
          <p:nvPr/>
        </p:nvGrpSpPr>
        <p:grpSpPr>
          <a:xfrm rot="5400000">
            <a:off x="6594516" y="1448913"/>
            <a:ext cx="935983" cy="1913800"/>
            <a:chOff x="1523999" y="2311401"/>
            <a:chExt cx="1108363" cy="1399308"/>
          </a:xfrm>
          <a:solidFill>
            <a:srgbClr val="00B050"/>
          </a:solidFill>
        </p:grpSpPr>
        <p:sp>
          <p:nvSpPr>
            <p:cNvPr id="91" name="Rectangle: Top Corners Rounded 90">
              <a:extLst>
                <a:ext uri="{FF2B5EF4-FFF2-40B4-BE49-F238E27FC236}">
                  <a16:creationId xmlns:a16="http://schemas.microsoft.com/office/drawing/2014/main" id="{787FC59E-0BE2-4FE3-EA38-985DF774C77D}"/>
                </a:ext>
              </a:extLst>
            </p:cNvPr>
            <p:cNvSpPr/>
            <p:nvPr/>
          </p:nvSpPr>
          <p:spPr>
            <a:xfrm>
              <a:off x="1523999" y="2311401"/>
              <a:ext cx="1108363" cy="1399308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E9F4BF5-E120-BF4F-24BB-F2B9DC6A6DA2}"/>
                </a:ext>
              </a:extLst>
            </p:cNvPr>
            <p:cNvSpPr txBox="1"/>
            <p:nvPr/>
          </p:nvSpPr>
          <p:spPr>
            <a:xfrm rot="16200000">
              <a:off x="1526334" y="2544509"/>
              <a:ext cx="1142224" cy="83825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2022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23C2657E-1CE5-8265-8CDB-DEA5F5537D4E}"/>
              </a:ext>
            </a:extLst>
          </p:cNvPr>
          <p:cNvSpPr txBox="1"/>
          <p:nvPr/>
        </p:nvSpPr>
        <p:spPr>
          <a:xfrm>
            <a:off x="2560856" y="3963133"/>
            <a:ext cx="38188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Advanced Marketing Analytics 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4988E4A3-14CE-3A57-DC40-AA1746B9B8A4}"/>
              </a:ext>
            </a:extLst>
          </p:cNvPr>
          <p:cNvSpPr/>
          <p:nvPr/>
        </p:nvSpPr>
        <p:spPr>
          <a:xfrm rot="5400000" flipV="1">
            <a:off x="3468474" y="-583206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9AC3AB3-CA36-FB22-D293-1F8BD7D4DD01}"/>
              </a:ext>
            </a:extLst>
          </p:cNvPr>
          <p:cNvSpPr txBox="1"/>
          <p:nvPr/>
        </p:nvSpPr>
        <p:spPr>
          <a:xfrm>
            <a:off x="2592348" y="1900042"/>
            <a:ext cx="36749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Nanodegree UX Research Cross-Skilling</a:t>
            </a:r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50E1EC21-4EEB-8199-84A7-DBEF6AECDA6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54880" y="2140519"/>
            <a:ext cx="1513477" cy="443249"/>
          </a:xfrm>
          <a:prstGeom prst="rect">
            <a:avLst/>
          </a:prstGeom>
        </p:spPr>
      </p:pic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2F6C40C1-E7B2-0997-3E08-C9CE378DD1AA}"/>
              </a:ext>
            </a:extLst>
          </p:cNvPr>
          <p:cNvSpPr/>
          <p:nvPr/>
        </p:nvSpPr>
        <p:spPr>
          <a:xfrm rot="5400000" flipV="1">
            <a:off x="3482360" y="-2216287"/>
            <a:ext cx="1181663" cy="6016445"/>
          </a:xfrm>
          <a:custGeom>
            <a:avLst/>
            <a:gdLst>
              <a:gd name="connsiteX0" fmla="*/ 0 w 1108363"/>
              <a:gd name="connsiteY0" fmla="*/ 2290618 h 2290618"/>
              <a:gd name="connsiteX1" fmla="*/ 184726 w 1108363"/>
              <a:gd name="connsiteY1" fmla="*/ 2290618 h 2290618"/>
              <a:gd name="connsiteX2" fmla="*/ 554181 w 1108363"/>
              <a:gd name="connsiteY2" fmla="*/ 1930399 h 2290618"/>
              <a:gd name="connsiteX3" fmla="*/ 923636 w 1108363"/>
              <a:gd name="connsiteY3" fmla="*/ 2290618 h 2290618"/>
              <a:gd name="connsiteX4" fmla="*/ 1108363 w 1108363"/>
              <a:gd name="connsiteY4" fmla="*/ 2290618 h 2290618"/>
              <a:gd name="connsiteX5" fmla="*/ 1108363 w 1108363"/>
              <a:gd name="connsiteY5" fmla="*/ 184731 h 2290618"/>
              <a:gd name="connsiteX6" fmla="*/ 923632 w 1108363"/>
              <a:gd name="connsiteY6" fmla="*/ 0 h 2290618"/>
              <a:gd name="connsiteX7" fmla="*/ 184731 w 1108363"/>
              <a:gd name="connsiteY7" fmla="*/ 0 h 2290618"/>
              <a:gd name="connsiteX8" fmla="*/ 0 w 1108363"/>
              <a:gd name="connsiteY8" fmla="*/ 184731 h 229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8363" h="2290618">
                <a:moveTo>
                  <a:pt x="0" y="2290618"/>
                </a:moveTo>
                <a:lnTo>
                  <a:pt x="184726" y="2290618"/>
                </a:lnTo>
                <a:cubicBezTo>
                  <a:pt x="184726" y="2091675"/>
                  <a:pt x="350137" y="1930399"/>
                  <a:pt x="554181" y="1930399"/>
                </a:cubicBezTo>
                <a:cubicBezTo>
                  <a:pt x="758225" y="1930399"/>
                  <a:pt x="923636" y="2091675"/>
                  <a:pt x="923636" y="2290618"/>
                </a:cubicBezTo>
                <a:lnTo>
                  <a:pt x="1108363" y="2290618"/>
                </a:lnTo>
                <a:lnTo>
                  <a:pt x="1108363" y="184731"/>
                </a:lnTo>
                <a:cubicBezTo>
                  <a:pt x="1108363" y="82707"/>
                  <a:pt x="1025656" y="0"/>
                  <a:pt x="923632" y="0"/>
                </a:cubicBezTo>
                <a:lnTo>
                  <a:pt x="184731" y="0"/>
                </a:lnTo>
                <a:cubicBezTo>
                  <a:pt x="82707" y="0"/>
                  <a:pt x="0" y="82707"/>
                  <a:pt x="0" y="18473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0" sx="101000" sy="101000" algn="ctr" rotWithShape="0">
              <a:schemeClr val="tx1"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582B1B-5DA0-DFC9-548B-C98BAAA3A4DC}"/>
              </a:ext>
            </a:extLst>
          </p:cNvPr>
          <p:cNvSpPr txBox="1"/>
          <p:nvPr/>
        </p:nvSpPr>
        <p:spPr>
          <a:xfrm>
            <a:off x="2715963" y="266961"/>
            <a:ext cx="3480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Tw Cen MT" panose="020B0602020104020603" pitchFamily="34" charset="0"/>
              </a:rPr>
              <a:t>Advanced Data Analysis Nanodegree 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250CBF4-35AE-F06E-7AE1-CAC0F3D0CE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8766" y="507438"/>
            <a:ext cx="1513477" cy="443249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F6DD6BB8-AD75-5389-2042-DE822027616D}"/>
              </a:ext>
            </a:extLst>
          </p:cNvPr>
          <p:cNvGrpSpPr/>
          <p:nvPr/>
        </p:nvGrpSpPr>
        <p:grpSpPr>
          <a:xfrm>
            <a:off x="-5056122" y="0"/>
            <a:ext cx="14741135" cy="6858000"/>
            <a:chOff x="0" y="0"/>
            <a:chExt cx="12182756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8315127-5DFD-82C8-0868-F7911E3719D4}"/>
                </a:ext>
              </a:extLst>
            </p:cNvPr>
            <p:cNvSpPr/>
            <p:nvPr/>
          </p:nvSpPr>
          <p:spPr>
            <a:xfrm>
              <a:off x="0" y="0"/>
              <a:ext cx="1218275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15900" dist="38100" sx="101000" sy="101000" algn="ctr" rotWithShape="0">
                <a:schemeClr val="tx1"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solidFill>
                  <a:schemeClr val="tx1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C33ED03-7FDA-1554-2200-46E1801E95A4}"/>
                </a:ext>
              </a:extLst>
            </p:cNvPr>
            <p:cNvSpPr/>
            <p:nvPr/>
          </p:nvSpPr>
          <p:spPr>
            <a:xfrm flipH="1">
              <a:off x="11323774" y="2624282"/>
              <a:ext cx="858982" cy="1609436"/>
            </a:xfrm>
            <a:custGeom>
              <a:avLst/>
              <a:gdLst>
                <a:gd name="connsiteX0" fmla="*/ 60037 w 868219"/>
                <a:gd name="connsiteY0" fmla="*/ 0 h 1609436"/>
                <a:gd name="connsiteX1" fmla="*/ 868219 w 868219"/>
                <a:gd name="connsiteY1" fmla="*/ 804718 h 1609436"/>
                <a:gd name="connsiteX2" fmla="*/ 60037 w 868219"/>
                <a:gd name="connsiteY2" fmla="*/ 1609436 h 1609436"/>
                <a:gd name="connsiteX3" fmla="*/ 0 w 868219"/>
                <a:gd name="connsiteY3" fmla="*/ 1603410 h 1609436"/>
                <a:gd name="connsiteX4" fmla="*/ 0 w 868219"/>
                <a:gd name="connsiteY4" fmla="*/ 6026 h 1609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8219" h="1609436">
                  <a:moveTo>
                    <a:pt x="60037" y="0"/>
                  </a:moveTo>
                  <a:cubicBezTo>
                    <a:pt x="506384" y="0"/>
                    <a:pt x="868219" y="360285"/>
                    <a:pt x="868219" y="804718"/>
                  </a:cubicBezTo>
                  <a:cubicBezTo>
                    <a:pt x="868219" y="1249151"/>
                    <a:pt x="506384" y="1609436"/>
                    <a:pt x="60037" y="1609436"/>
                  </a:cubicBezTo>
                  <a:lnTo>
                    <a:pt x="0" y="1603410"/>
                  </a:lnTo>
                  <a:lnTo>
                    <a:pt x="0" y="602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rtlCol="0" anchor="ctr">
              <a:noAutofit/>
            </a:bodyPr>
            <a:lstStyle/>
            <a:p>
              <a:pPr algn="ctr"/>
              <a:r>
                <a:rPr lang="en-US" sz="3200" dirty="0">
                  <a:solidFill>
                    <a:schemeClr val="bg1">
                      <a:lumMod val="95000"/>
                    </a:schemeClr>
                  </a:solidFill>
                  <a:latin typeface="Tw Cen MT" panose="020B0602020104020603" pitchFamily="34" charset="0"/>
                </a:rPr>
                <a:t>Contact</a:t>
              </a:r>
              <a:endParaRPr lang="en-US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C44EEE94-163C-0330-0141-80D1747EAC1F}"/>
              </a:ext>
            </a:extLst>
          </p:cNvPr>
          <p:cNvGrpSpPr/>
          <p:nvPr/>
        </p:nvGrpSpPr>
        <p:grpSpPr>
          <a:xfrm>
            <a:off x="-169142" y="358526"/>
            <a:ext cx="8759227" cy="6467966"/>
            <a:chOff x="-169142" y="358526"/>
            <a:chExt cx="8759227" cy="6467966"/>
          </a:xfrm>
        </p:grpSpPr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62B0569D-8698-D6EA-E0D9-309C7BCD9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-165557" y="358526"/>
              <a:ext cx="8755642" cy="5073041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8D7404E0-236D-2C90-FFBB-44CC15561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-169142" y="5417960"/>
              <a:ext cx="8755642" cy="1408532"/>
            </a:xfrm>
            <a:prstGeom prst="rect">
              <a:avLst/>
            </a:prstGeom>
          </p:spPr>
        </p:pic>
        <p:sp>
          <p:nvSpPr>
            <p:cNvPr id="122" name="TextBox 3">
              <a:extLst>
                <a:ext uri="{FF2B5EF4-FFF2-40B4-BE49-F238E27FC236}">
                  <a16:creationId xmlns:a16="http://schemas.microsoft.com/office/drawing/2014/main" id="{36B50548-EA22-536C-1CD0-D0FBDA98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2402" y="6303528"/>
              <a:ext cx="341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Said_fawzy@hotmail.com</a:t>
              </a:r>
            </a:p>
          </p:txBody>
        </p:sp>
        <p:sp>
          <p:nvSpPr>
            <p:cNvPr id="123" name="TextBox 12">
              <a:extLst>
                <a:ext uri="{FF2B5EF4-FFF2-40B4-BE49-F238E27FC236}">
                  <a16:creationId xmlns:a16="http://schemas.microsoft.com/office/drawing/2014/main" id="{1E25516C-C51B-62E4-C4D1-A3F138ED8D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4880" y="5329112"/>
              <a:ext cx="3390672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600" b="1" dirty="0">
                  <a:solidFill>
                    <a:schemeClr val="bg1"/>
                  </a:solidFill>
                </a:rPr>
                <a:t>0122 744 99 87</a:t>
              </a:r>
              <a:endParaRPr lang="ar-EG" altLang="en-US" sz="3600" b="1" dirty="0">
                <a:solidFill>
                  <a:schemeClr val="bg1"/>
                </a:solidFill>
              </a:endParaRPr>
            </a:p>
          </p:txBody>
        </p:sp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86E3C301-C4DB-0E32-DDC8-795DBE9E5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04552" y="5354390"/>
              <a:ext cx="698962" cy="629725"/>
            </a:xfrm>
            <a:prstGeom prst="rect">
              <a:avLst/>
            </a:prstGeom>
          </p:spPr>
        </p:pic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25E357FF-2015-ED86-DE47-4F483CDAC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73350" y="6100303"/>
              <a:ext cx="714089" cy="609784"/>
            </a:xfrm>
            <a:prstGeom prst="rect">
              <a:avLst/>
            </a:prstGeom>
          </p:spPr>
        </p:pic>
        <p:sp>
          <p:nvSpPr>
            <p:cNvPr id="126" name="TextBox 3">
              <a:extLst>
                <a:ext uri="{FF2B5EF4-FFF2-40B4-BE49-F238E27FC236}">
                  <a16:creationId xmlns:a16="http://schemas.microsoft.com/office/drawing/2014/main" id="{039B0F82-3793-AEAD-7A91-706B06105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970" y="6012868"/>
              <a:ext cx="34110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r" rtl="1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olidFill>
                    <a:schemeClr val="bg1"/>
                  </a:solidFill>
                  <a:latin typeface="Calibri" panose="020F0502020204030204" pitchFamily="34" charset="0"/>
                </a:rPr>
                <a:t>Saidfawzy@arabcont.com</a:t>
              </a:r>
            </a:p>
          </p:txBody>
        </p:sp>
      </p:grpSp>
      <p:pic>
        <p:nvPicPr>
          <p:cNvPr id="85" name="Picture 84">
            <a:extLst>
              <a:ext uri="{FF2B5EF4-FFF2-40B4-BE49-F238E27FC236}">
                <a16:creationId xmlns:a16="http://schemas.microsoft.com/office/drawing/2014/main" id="{4051F904-36B9-48D6-1BC4-4E8F8BABD7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2240" y="390351"/>
            <a:ext cx="1991003" cy="2495898"/>
          </a:xfrm>
          <a:prstGeom prst="rect">
            <a:avLst/>
          </a:prstGeom>
        </p:spPr>
      </p:pic>
      <p:grpSp>
        <p:nvGrpSpPr>
          <p:cNvPr id="87" name="Group 86">
            <a:extLst>
              <a:ext uri="{FF2B5EF4-FFF2-40B4-BE49-F238E27FC236}">
                <a16:creationId xmlns:a16="http://schemas.microsoft.com/office/drawing/2014/main" id="{6C4387C1-96D5-8ACF-CB34-F0B67B1F9957}"/>
              </a:ext>
            </a:extLst>
          </p:cNvPr>
          <p:cNvGrpSpPr/>
          <p:nvPr/>
        </p:nvGrpSpPr>
        <p:grpSpPr>
          <a:xfrm>
            <a:off x="2189435" y="418942"/>
            <a:ext cx="6243684" cy="2463354"/>
            <a:chOff x="3143249" y="254815"/>
            <a:chExt cx="8264025" cy="3393299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FD7C94B-4E9B-DA88-927B-C0581E9D4285}"/>
                </a:ext>
              </a:extLst>
            </p:cNvPr>
            <p:cNvSpPr/>
            <p:nvPr/>
          </p:nvSpPr>
          <p:spPr>
            <a:xfrm>
              <a:off x="6844694" y="931184"/>
              <a:ext cx="4562580" cy="27169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BD5B2087-3826-E4CB-E7FB-28502B4D7CB8}"/>
                </a:ext>
              </a:extLst>
            </p:cNvPr>
            <p:cNvGrpSpPr/>
            <p:nvPr/>
          </p:nvGrpSpPr>
          <p:grpSpPr>
            <a:xfrm>
              <a:off x="3143249" y="254815"/>
              <a:ext cx="8264025" cy="3393299"/>
              <a:chOff x="3143249" y="254815"/>
              <a:chExt cx="8264025" cy="3393299"/>
            </a:xfrm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E7322D9-2568-CC69-C513-30FDAA9C89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43249" y="891466"/>
                <a:ext cx="3980957" cy="1457846"/>
              </a:xfrm>
              <a:prstGeom prst="rect">
                <a:avLst/>
              </a:prstGeom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F83034C1-5618-333E-A61C-6FEEE8897F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43250" y="2236772"/>
                <a:ext cx="3701444" cy="1411342"/>
              </a:xfrm>
              <a:prstGeom prst="rect">
                <a:avLst/>
              </a:prstGeom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1731C3C4-EC7E-F587-E9AC-D4964B00E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958984" y="891466"/>
                <a:ext cx="3625233" cy="1612417"/>
              </a:xfrm>
              <a:prstGeom prst="rect">
                <a:avLst/>
              </a:prstGeom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7045C91D-89EF-C674-F2C8-22BA158EE7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43250" y="254815"/>
                <a:ext cx="8264024" cy="6763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5094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CE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w to Use AI to Create an Online Course Outline">
            <a:extLst>
              <a:ext uri="{FF2B5EF4-FFF2-40B4-BE49-F238E27FC236}">
                <a16:creationId xmlns:a16="http://schemas.microsoft.com/office/drawing/2014/main" id="{287FE8A7-ADD4-C34A-7EA8-974E85D56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357367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1779939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451735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4480398" y="2303930"/>
            <a:ext cx="6115882" cy="1979513"/>
            <a:chOff x="2626136" y="2451104"/>
            <a:chExt cx="4768219" cy="177551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451104"/>
              <a:ext cx="4586514" cy="17755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2946396" y="2976220"/>
              <a:ext cx="4323675" cy="1076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Creating Database and Manipulating Data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626136" y="3156331"/>
              <a:ext cx="325800" cy="381288"/>
              <a:chOff x="1405512" y="686191"/>
              <a:chExt cx="325800" cy="381288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405512" y="686191"/>
                <a:ext cx="325800" cy="3812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94962" y="790892"/>
                <a:ext cx="146899" cy="172005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534555" y="2617695"/>
            <a:ext cx="3241447" cy="1246481"/>
            <a:chOff x="-1312175" y="2617695"/>
            <a:chExt cx="3241447" cy="1246481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-1312175" y="2617695"/>
              <a:ext cx="3018569" cy="124648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-634642" y="3001298"/>
              <a:ext cx="18783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PART I</a:t>
              </a:r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3776002" y="3300671"/>
            <a:ext cx="704396" cy="20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21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172694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0B5FD16-F2A5-4DFB-876B-CE87EE50E8CE}"/>
              </a:ext>
            </a:extLst>
          </p:cNvPr>
          <p:cNvSpPr/>
          <p:nvPr/>
        </p:nvSpPr>
        <p:spPr>
          <a:xfrm rot="21225135">
            <a:off x="-33522" y="1935061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-66791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E52D63-610E-4B00-87F9-A4B7EAA5FCAA}"/>
              </a:ext>
            </a:extLst>
          </p:cNvPr>
          <p:cNvSpPr/>
          <p:nvPr/>
        </p:nvSpPr>
        <p:spPr>
          <a:xfrm rot="21225135">
            <a:off x="-54987" y="450337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7C70FF-1F87-4B7E-A4A5-CFD5C13BBF12}"/>
              </a:ext>
            </a:extLst>
          </p:cNvPr>
          <p:cNvSpPr/>
          <p:nvPr/>
        </p:nvSpPr>
        <p:spPr>
          <a:xfrm rot="21225135">
            <a:off x="-133329" y="583598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C980C4-F6B1-4455-A2D4-4943C20511BA}"/>
              </a:ext>
            </a:extLst>
          </p:cNvPr>
          <p:cNvSpPr/>
          <p:nvPr/>
        </p:nvSpPr>
        <p:spPr>
          <a:xfrm rot="21225135">
            <a:off x="-253" y="60572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8E0B-D461-43DC-A0EF-2BEA88BC2F01}"/>
              </a:ext>
            </a:extLst>
          </p:cNvPr>
          <p:cNvSpPr/>
          <p:nvPr/>
        </p:nvSpPr>
        <p:spPr>
          <a:xfrm rot="21225135">
            <a:off x="2670624" y="609603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3D1F6-FB25-400A-A64C-21450EF316CC}"/>
              </a:ext>
            </a:extLst>
          </p:cNvPr>
          <p:cNvSpPr/>
          <p:nvPr/>
        </p:nvSpPr>
        <p:spPr>
          <a:xfrm rot="21225135">
            <a:off x="2670624" y="1916824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267062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2E934-7C40-4311-8C3F-D98416365BDF}"/>
              </a:ext>
            </a:extLst>
          </p:cNvPr>
          <p:cNvSpPr/>
          <p:nvPr/>
        </p:nvSpPr>
        <p:spPr>
          <a:xfrm rot="21225135">
            <a:off x="2670624" y="4531266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D4ACA1-E2F4-4E89-AB9C-1D8135DDF6A9}"/>
              </a:ext>
            </a:extLst>
          </p:cNvPr>
          <p:cNvSpPr/>
          <p:nvPr/>
        </p:nvSpPr>
        <p:spPr>
          <a:xfrm rot="21225135">
            <a:off x="2670624" y="5838487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311BBF-03C3-410F-A97E-2B4E811CCE0E}"/>
              </a:ext>
            </a:extLst>
          </p:cNvPr>
          <p:cNvGrpSpPr/>
          <p:nvPr/>
        </p:nvGrpSpPr>
        <p:grpSpPr>
          <a:xfrm>
            <a:off x="2599483" y="246745"/>
            <a:ext cx="5059749" cy="870857"/>
            <a:chOff x="2599483" y="246745"/>
            <a:chExt cx="5059749" cy="870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307445-A0A0-4F1C-9EC1-86F9BD584373}"/>
                </a:ext>
              </a:extLst>
            </p:cNvPr>
            <p:cNvSpPr/>
            <p:nvPr/>
          </p:nvSpPr>
          <p:spPr>
            <a:xfrm>
              <a:off x="2807841" y="246745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12C68-6920-4206-BD4F-CB8DD691D355}"/>
                </a:ext>
              </a:extLst>
            </p:cNvPr>
            <p:cNvSpPr txBox="1"/>
            <p:nvPr/>
          </p:nvSpPr>
          <p:spPr>
            <a:xfrm>
              <a:off x="3141938" y="448143"/>
              <a:ext cx="4517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Exploring MS Access Database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E4C2BC8-E052-44FA-8393-7D535671AA11}"/>
                </a:ext>
              </a:extLst>
            </p:cNvPr>
            <p:cNvGrpSpPr/>
            <p:nvPr/>
          </p:nvGrpSpPr>
          <p:grpSpPr>
            <a:xfrm>
              <a:off x="2599483" y="490419"/>
              <a:ext cx="379109" cy="379109"/>
              <a:chOff x="1378857" y="638777"/>
              <a:chExt cx="379109" cy="37910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13D450-7DB5-4F28-B7D3-8E70BDF4327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83CF2E-E048-4945-892D-6D87DD1B7563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6D3550-4944-4AD2-BF6C-94D5AC9F1DA3}"/>
              </a:ext>
            </a:extLst>
          </p:cNvPr>
          <p:cNvGrpSpPr/>
          <p:nvPr/>
        </p:nvGrpSpPr>
        <p:grpSpPr>
          <a:xfrm>
            <a:off x="2599482" y="1553966"/>
            <a:ext cx="5367567" cy="870857"/>
            <a:chOff x="2599482" y="1553966"/>
            <a:chExt cx="5367567" cy="8708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425C06-A4B8-44A4-810A-B56A3462EB25}"/>
                </a:ext>
              </a:extLst>
            </p:cNvPr>
            <p:cNvSpPr/>
            <p:nvPr/>
          </p:nvSpPr>
          <p:spPr>
            <a:xfrm>
              <a:off x="2807841" y="1553966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5525FF-0D56-4428-B8D1-190FB4C992A7}"/>
                </a:ext>
              </a:extLst>
            </p:cNvPr>
            <p:cNvSpPr txBox="1"/>
            <p:nvPr/>
          </p:nvSpPr>
          <p:spPr>
            <a:xfrm>
              <a:off x="3048298" y="1797418"/>
              <a:ext cx="4918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Building Tables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53C861-D222-401A-BF8F-82C32A26BF73}"/>
                </a:ext>
              </a:extLst>
            </p:cNvPr>
            <p:cNvGrpSpPr/>
            <p:nvPr/>
          </p:nvGrpSpPr>
          <p:grpSpPr>
            <a:xfrm>
              <a:off x="2599482" y="1821836"/>
              <a:ext cx="379109" cy="379109"/>
              <a:chOff x="1378857" y="638777"/>
              <a:chExt cx="379109" cy="37910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EFB9FE8-BC0B-434C-A27B-144680BC6E01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F2C77B-8518-4A79-A66C-874FF5F621C0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2599481" y="2861187"/>
            <a:ext cx="5277033" cy="870857"/>
            <a:chOff x="2599481" y="2861187"/>
            <a:chExt cx="5277033" cy="87085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861187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3071473" y="3105818"/>
              <a:ext cx="48050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Tables Relationship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599481" y="3108917"/>
              <a:ext cx="379109" cy="379109"/>
              <a:chOff x="1378857" y="638777"/>
              <a:chExt cx="379109" cy="37910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D6FE7D6-131D-4F97-ADE4-FF46EA67EBCE}"/>
              </a:ext>
            </a:extLst>
          </p:cNvPr>
          <p:cNvGrpSpPr/>
          <p:nvPr/>
        </p:nvGrpSpPr>
        <p:grpSpPr>
          <a:xfrm>
            <a:off x="2599480" y="4168408"/>
            <a:ext cx="5621066" cy="870857"/>
            <a:chOff x="2599480" y="4168408"/>
            <a:chExt cx="5621066" cy="87085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A8A22F8-5BA0-4536-83A9-89EA8A2D0D50}"/>
                </a:ext>
              </a:extLst>
            </p:cNvPr>
            <p:cNvSpPr/>
            <p:nvPr/>
          </p:nvSpPr>
          <p:spPr>
            <a:xfrm>
              <a:off x="2807841" y="4168408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B7D102-2A0D-44A5-BC0E-48C0B7F5B9A6}"/>
                </a:ext>
              </a:extLst>
            </p:cNvPr>
            <p:cNvSpPr txBox="1"/>
            <p:nvPr/>
          </p:nvSpPr>
          <p:spPr>
            <a:xfrm>
              <a:off x="2978587" y="4420641"/>
              <a:ext cx="524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Query Basics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37ABA76-5B95-4A01-A569-1C31A1E991D4}"/>
                </a:ext>
              </a:extLst>
            </p:cNvPr>
            <p:cNvGrpSpPr/>
            <p:nvPr/>
          </p:nvGrpSpPr>
          <p:grpSpPr>
            <a:xfrm>
              <a:off x="2599480" y="4383070"/>
              <a:ext cx="379109" cy="379109"/>
              <a:chOff x="1378857" y="638777"/>
              <a:chExt cx="379109" cy="379109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9E2082D-6648-49B5-A97E-C54CCBBF4997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FFF361E-5487-47E6-8A7A-7D9F50ACA161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27C575E-30E0-4714-9CCC-00A134DB53DA}"/>
              </a:ext>
            </a:extLst>
          </p:cNvPr>
          <p:cNvGrpSpPr/>
          <p:nvPr/>
        </p:nvGrpSpPr>
        <p:grpSpPr>
          <a:xfrm>
            <a:off x="2599479" y="5475629"/>
            <a:ext cx="5277035" cy="870857"/>
            <a:chOff x="2599479" y="5475629"/>
            <a:chExt cx="5277035" cy="87085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85F14CB-E422-4D86-9629-466D0C6A7D83}"/>
                </a:ext>
              </a:extLst>
            </p:cNvPr>
            <p:cNvSpPr/>
            <p:nvPr/>
          </p:nvSpPr>
          <p:spPr>
            <a:xfrm>
              <a:off x="2807841" y="5475629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D73809-8FFF-439F-A799-3A02EC2D374F}"/>
                </a:ext>
              </a:extLst>
            </p:cNvPr>
            <p:cNvSpPr txBox="1"/>
            <p:nvPr/>
          </p:nvSpPr>
          <p:spPr>
            <a:xfrm>
              <a:off x="3042128" y="5753923"/>
              <a:ext cx="483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Advanced Query Topics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EF86458-2D12-460E-A597-A5BAEA9A992C}"/>
                </a:ext>
              </a:extLst>
            </p:cNvPr>
            <p:cNvGrpSpPr/>
            <p:nvPr/>
          </p:nvGrpSpPr>
          <p:grpSpPr>
            <a:xfrm>
              <a:off x="2599479" y="5728999"/>
              <a:ext cx="379109" cy="379109"/>
              <a:chOff x="1378857" y="638777"/>
              <a:chExt cx="379109" cy="379109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C67770C-16BA-471B-A9A1-8D2B3B6664B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8C4814D-9028-4969-88F3-26A5FDDB814E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B9B7F-27EA-437F-B409-5D78B2F833B5}"/>
              </a:ext>
            </a:extLst>
          </p:cNvPr>
          <p:cNvGrpSpPr/>
          <p:nvPr/>
        </p:nvGrpSpPr>
        <p:grpSpPr>
          <a:xfrm>
            <a:off x="192158" y="490419"/>
            <a:ext cx="1737114" cy="381308"/>
            <a:chOff x="192158" y="490419"/>
            <a:chExt cx="1737114" cy="38130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684C4E7-C09B-424A-A98F-879A7CFE4BD1}"/>
                </a:ext>
              </a:extLst>
            </p:cNvPr>
            <p:cNvSpPr/>
            <p:nvPr/>
          </p:nvSpPr>
          <p:spPr>
            <a:xfrm>
              <a:off x="192158" y="49041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F9B19F-6340-4AC6-8EBD-181E6DC89578}"/>
                </a:ext>
              </a:extLst>
            </p:cNvPr>
            <p:cNvGrpSpPr/>
            <p:nvPr/>
          </p:nvGrpSpPr>
          <p:grpSpPr>
            <a:xfrm>
              <a:off x="1550163" y="492618"/>
              <a:ext cx="379109" cy="379109"/>
              <a:chOff x="1378857" y="638777"/>
              <a:chExt cx="379109" cy="379109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E8E70DA-BB22-4E34-96B7-7CF4EA4A2B0A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21294DE-FCB7-4B72-ABC6-7524A53D065F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CBEB8D-E76E-4D0C-B933-149C5263EF92}"/>
                </a:ext>
              </a:extLst>
            </p:cNvPr>
            <p:cNvSpPr txBox="1"/>
            <p:nvPr/>
          </p:nvSpPr>
          <p:spPr>
            <a:xfrm>
              <a:off x="192159" y="515110"/>
              <a:ext cx="116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 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7105626-5531-4311-AFB8-5DDDBFCA248B}"/>
              </a:ext>
            </a:extLst>
          </p:cNvPr>
          <p:cNvGrpSpPr/>
          <p:nvPr/>
        </p:nvGrpSpPr>
        <p:grpSpPr>
          <a:xfrm>
            <a:off x="158889" y="1819755"/>
            <a:ext cx="1770383" cy="383389"/>
            <a:chOff x="158889" y="1819755"/>
            <a:chExt cx="1770383" cy="38338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7CFEBE4-A221-4745-9C61-D0B999DDD6DD}"/>
                </a:ext>
              </a:extLst>
            </p:cNvPr>
            <p:cNvSpPr/>
            <p:nvPr/>
          </p:nvSpPr>
          <p:spPr>
            <a:xfrm>
              <a:off x="158889" y="1819755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60E82F-AB13-49C7-B235-74C2BB272DA6}"/>
                </a:ext>
              </a:extLst>
            </p:cNvPr>
            <p:cNvGrpSpPr/>
            <p:nvPr/>
          </p:nvGrpSpPr>
          <p:grpSpPr>
            <a:xfrm>
              <a:off x="1550163" y="1824035"/>
              <a:ext cx="379109" cy="379109"/>
              <a:chOff x="1378857" y="638777"/>
              <a:chExt cx="379109" cy="379109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75686C-8026-496A-B579-1ED67134F07C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CBD0BAC-ED99-4AD9-9A23-9962A591C242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CCB148-35F2-46B0-B2CC-A35164499FF0}"/>
                </a:ext>
              </a:extLst>
            </p:cNvPr>
            <p:cNvSpPr txBox="1"/>
            <p:nvPr/>
          </p:nvSpPr>
          <p:spPr>
            <a:xfrm>
              <a:off x="271605" y="1843118"/>
              <a:ext cx="1039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2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125620" y="3104017"/>
            <a:ext cx="1803652" cy="386208"/>
            <a:chOff x="125620" y="3104017"/>
            <a:chExt cx="1803652" cy="38620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125620" y="3104017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271605" y="3140753"/>
              <a:ext cx="9635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3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4EBF713-7D61-495F-8491-2381C879EE19}"/>
              </a:ext>
            </a:extLst>
          </p:cNvPr>
          <p:cNvGrpSpPr/>
          <p:nvPr/>
        </p:nvGrpSpPr>
        <p:grpSpPr>
          <a:xfrm>
            <a:off x="137424" y="4385269"/>
            <a:ext cx="1791848" cy="381909"/>
            <a:chOff x="137424" y="4385269"/>
            <a:chExt cx="1791848" cy="381909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EE3FE10-0C55-4131-AD32-BF282A61F429}"/>
                </a:ext>
              </a:extLst>
            </p:cNvPr>
            <p:cNvSpPr/>
            <p:nvPr/>
          </p:nvSpPr>
          <p:spPr>
            <a:xfrm>
              <a:off x="137424" y="438806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1738591-177F-44D0-A6FF-03D8BF9E434D}"/>
                </a:ext>
              </a:extLst>
            </p:cNvPr>
            <p:cNvGrpSpPr/>
            <p:nvPr/>
          </p:nvGrpSpPr>
          <p:grpSpPr>
            <a:xfrm>
              <a:off x="1550163" y="4385269"/>
              <a:ext cx="379109" cy="379109"/>
              <a:chOff x="1378857" y="638777"/>
              <a:chExt cx="379109" cy="37910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45427CB-DE97-4D91-9741-94F73D3A3F5F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FB25FF-19F6-47B1-80A8-4D15D5820E7D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CD9880F-050E-49FD-9DF6-E946C0A1B589}"/>
                </a:ext>
              </a:extLst>
            </p:cNvPr>
            <p:cNvSpPr txBox="1"/>
            <p:nvPr/>
          </p:nvSpPr>
          <p:spPr>
            <a:xfrm>
              <a:off x="271605" y="4413987"/>
              <a:ext cx="1039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4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19049C6-940A-4735-8859-C4EA72B07D3B}"/>
              </a:ext>
            </a:extLst>
          </p:cNvPr>
          <p:cNvGrpSpPr/>
          <p:nvPr/>
        </p:nvGrpSpPr>
        <p:grpSpPr>
          <a:xfrm>
            <a:off x="59082" y="5720679"/>
            <a:ext cx="1870190" cy="389628"/>
            <a:chOff x="59082" y="5720679"/>
            <a:chExt cx="1870190" cy="389628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6F1AA6E-E1F4-4CF6-8C26-DB749CC84BC3}"/>
                </a:ext>
              </a:extLst>
            </p:cNvPr>
            <p:cNvSpPr/>
            <p:nvPr/>
          </p:nvSpPr>
          <p:spPr>
            <a:xfrm>
              <a:off x="59082" y="572067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F2466E-9BE4-419A-8E0D-3E1A1EA462D7}"/>
                </a:ext>
              </a:extLst>
            </p:cNvPr>
            <p:cNvGrpSpPr/>
            <p:nvPr/>
          </p:nvGrpSpPr>
          <p:grpSpPr>
            <a:xfrm>
              <a:off x="1550163" y="5731198"/>
              <a:ext cx="379109" cy="379109"/>
              <a:chOff x="1378857" y="638777"/>
              <a:chExt cx="379109" cy="37910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33AC9D-8D94-40A5-A359-74EFF17EA70F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8C6EC6A-2920-4CC7-B1C1-F91F15F62BE5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1EF1B31-6A17-49D9-B128-CC9A58A5C2DB}"/>
                </a:ext>
              </a:extLst>
            </p:cNvPr>
            <p:cNvSpPr txBox="1"/>
            <p:nvPr/>
          </p:nvSpPr>
          <p:spPr>
            <a:xfrm>
              <a:off x="271605" y="5730763"/>
              <a:ext cx="108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5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D5DB76-66CE-498C-B1B2-BBB1938F00BA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1929272" y="679974"/>
            <a:ext cx="670211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FFDE0-8E11-4E7E-87C4-1814BCB61B42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1929272" y="2011391"/>
            <a:ext cx="670210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1929272" y="3298472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7E0B436-17A6-432F-BE54-8CDC55B498AF}"/>
              </a:ext>
            </a:extLst>
          </p:cNvPr>
          <p:cNvCxnSpPr>
            <a:cxnSpLocks/>
          </p:cNvCxnSpPr>
          <p:nvPr/>
        </p:nvCxnSpPr>
        <p:spPr>
          <a:xfrm flipV="1">
            <a:off x="1929272" y="4585553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A5DF1F8-03A9-4EB3-8D39-4BD31F887EC1}"/>
              </a:ext>
            </a:extLst>
          </p:cNvPr>
          <p:cNvCxnSpPr>
            <a:cxnSpLocks/>
            <a:stCxn id="54" idx="6"/>
            <a:endCxn id="57" idx="2"/>
          </p:cNvCxnSpPr>
          <p:nvPr/>
        </p:nvCxnSpPr>
        <p:spPr>
          <a:xfrm flipV="1">
            <a:off x="1929272" y="5918554"/>
            <a:ext cx="670207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4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8" grpId="0" animBg="1"/>
      <p:bldP spid="70" grpId="0" animBg="1"/>
      <p:bldP spid="63" grpId="0" animBg="1"/>
      <p:bldP spid="5" grpId="0" animBg="1"/>
      <p:bldP spid="9" grpId="0" animBg="1"/>
      <p:bldP spid="14" grpId="0" animBg="1"/>
      <p:bldP spid="19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172694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0B5FD16-F2A5-4DFB-876B-CE87EE50E8CE}"/>
              </a:ext>
            </a:extLst>
          </p:cNvPr>
          <p:cNvSpPr/>
          <p:nvPr/>
        </p:nvSpPr>
        <p:spPr>
          <a:xfrm rot="21225135">
            <a:off x="-33522" y="1935061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-66791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C980C4-F6B1-4455-A2D4-4943C20511BA}"/>
              </a:ext>
            </a:extLst>
          </p:cNvPr>
          <p:cNvSpPr/>
          <p:nvPr/>
        </p:nvSpPr>
        <p:spPr>
          <a:xfrm rot="21225135">
            <a:off x="-253" y="60572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8E0B-D461-43DC-A0EF-2BEA88BC2F01}"/>
              </a:ext>
            </a:extLst>
          </p:cNvPr>
          <p:cNvSpPr/>
          <p:nvPr/>
        </p:nvSpPr>
        <p:spPr>
          <a:xfrm rot="21225135">
            <a:off x="2670624" y="609603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3D1F6-FB25-400A-A64C-21450EF316CC}"/>
              </a:ext>
            </a:extLst>
          </p:cNvPr>
          <p:cNvSpPr/>
          <p:nvPr/>
        </p:nvSpPr>
        <p:spPr>
          <a:xfrm rot="21225135">
            <a:off x="2670624" y="1916824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267062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311BBF-03C3-410F-A97E-2B4E811CCE0E}"/>
              </a:ext>
            </a:extLst>
          </p:cNvPr>
          <p:cNvGrpSpPr/>
          <p:nvPr/>
        </p:nvGrpSpPr>
        <p:grpSpPr>
          <a:xfrm>
            <a:off x="2599483" y="246745"/>
            <a:ext cx="6689371" cy="870857"/>
            <a:chOff x="2599483" y="246745"/>
            <a:chExt cx="6689371" cy="870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307445-A0A0-4F1C-9EC1-86F9BD584373}"/>
                </a:ext>
              </a:extLst>
            </p:cNvPr>
            <p:cNvSpPr/>
            <p:nvPr/>
          </p:nvSpPr>
          <p:spPr>
            <a:xfrm>
              <a:off x="2807841" y="246745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12C68-6920-4206-BD4F-CB8DD691D355}"/>
                </a:ext>
              </a:extLst>
            </p:cNvPr>
            <p:cNvSpPr txBox="1"/>
            <p:nvPr/>
          </p:nvSpPr>
          <p:spPr>
            <a:xfrm>
              <a:off x="3141937" y="448143"/>
              <a:ext cx="61469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Creating Automated Requests for Criteria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E4C2BC8-E052-44FA-8393-7D535671AA11}"/>
                </a:ext>
              </a:extLst>
            </p:cNvPr>
            <p:cNvGrpSpPr/>
            <p:nvPr/>
          </p:nvGrpSpPr>
          <p:grpSpPr>
            <a:xfrm>
              <a:off x="2599483" y="490419"/>
              <a:ext cx="379109" cy="379109"/>
              <a:chOff x="1378857" y="638777"/>
              <a:chExt cx="379109" cy="37910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13D450-7DB5-4F28-B7D3-8E70BDF4327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83CF2E-E048-4945-892D-6D87DD1B7563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6D3550-4944-4AD2-BF6C-94D5AC9F1DA3}"/>
              </a:ext>
            </a:extLst>
          </p:cNvPr>
          <p:cNvGrpSpPr/>
          <p:nvPr/>
        </p:nvGrpSpPr>
        <p:grpSpPr>
          <a:xfrm>
            <a:off x="2599482" y="1553966"/>
            <a:ext cx="5367567" cy="870857"/>
            <a:chOff x="2599482" y="1553966"/>
            <a:chExt cx="5367567" cy="8708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425C06-A4B8-44A4-810A-B56A3462EB25}"/>
                </a:ext>
              </a:extLst>
            </p:cNvPr>
            <p:cNvSpPr/>
            <p:nvPr/>
          </p:nvSpPr>
          <p:spPr>
            <a:xfrm>
              <a:off x="2807841" y="1553966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5525FF-0D56-4428-B8D1-190FB4C992A7}"/>
                </a:ext>
              </a:extLst>
            </p:cNvPr>
            <p:cNvSpPr txBox="1"/>
            <p:nvPr/>
          </p:nvSpPr>
          <p:spPr>
            <a:xfrm>
              <a:off x="3048298" y="1797418"/>
              <a:ext cx="4918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Action Queries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53C861-D222-401A-BF8F-82C32A26BF73}"/>
                </a:ext>
              </a:extLst>
            </p:cNvPr>
            <p:cNvGrpSpPr/>
            <p:nvPr/>
          </p:nvGrpSpPr>
          <p:grpSpPr>
            <a:xfrm>
              <a:off x="2599482" y="1821836"/>
              <a:ext cx="379109" cy="379109"/>
              <a:chOff x="1378857" y="638777"/>
              <a:chExt cx="379109" cy="37910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EFB9FE8-BC0B-434C-A27B-144680BC6E01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F2C77B-8518-4A79-A66C-874FF5F621C0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2599481" y="2861187"/>
            <a:ext cx="5277033" cy="870857"/>
            <a:chOff x="2599481" y="2861187"/>
            <a:chExt cx="5277033" cy="87085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861187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3071473" y="3105818"/>
              <a:ext cx="480504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Structured Query Language (SQL)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599481" y="3108917"/>
              <a:ext cx="379109" cy="379109"/>
              <a:chOff x="1378857" y="638777"/>
              <a:chExt cx="379109" cy="37910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B9B7F-27EA-437F-B409-5D78B2F833B5}"/>
              </a:ext>
            </a:extLst>
          </p:cNvPr>
          <p:cNvGrpSpPr/>
          <p:nvPr/>
        </p:nvGrpSpPr>
        <p:grpSpPr>
          <a:xfrm>
            <a:off x="192158" y="490419"/>
            <a:ext cx="1737114" cy="381308"/>
            <a:chOff x="192158" y="490419"/>
            <a:chExt cx="1737114" cy="38130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684C4E7-C09B-424A-A98F-879A7CFE4BD1}"/>
                </a:ext>
              </a:extLst>
            </p:cNvPr>
            <p:cNvSpPr/>
            <p:nvPr/>
          </p:nvSpPr>
          <p:spPr>
            <a:xfrm>
              <a:off x="192158" y="49041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F9B19F-6340-4AC6-8EBD-181E6DC89578}"/>
                </a:ext>
              </a:extLst>
            </p:cNvPr>
            <p:cNvGrpSpPr/>
            <p:nvPr/>
          </p:nvGrpSpPr>
          <p:grpSpPr>
            <a:xfrm>
              <a:off x="1550163" y="492618"/>
              <a:ext cx="379109" cy="379109"/>
              <a:chOff x="1378857" y="638777"/>
              <a:chExt cx="379109" cy="379109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E8E70DA-BB22-4E34-96B7-7CF4EA4A2B0A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21294DE-FCB7-4B72-ABC6-7524A53D065F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CBEB8D-E76E-4D0C-B933-149C5263EF92}"/>
                </a:ext>
              </a:extLst>
            </p:cNvPr>
            <p:cNvSpPr txBox="1"/>
            <p:nvPr/>
          </p:nvSpPr>
          <p:spPr>
            <a:xfrm>
              <a:off x="192159" y="515110"/>
              <a:ext cx="116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6 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7105626-5531-4311-AFB8-5DDDBFCA248B}"/>
              </a:ext>
            </a:extLst>
          </p:cNvPr>
          <p:cNvGrpSpPr/>
          <p:nvPr/>
        </p:nvGrpSpPr>
        <p:grpSpPr>
          <a:xfrm>
            <a:off x="158889" y="1819755"/>
            <a:ext cx="1770383" cy="383389"/>
            <a:chOff x="158889" y="1819755"/>
            <a:chExt cx="1770383" cy="38338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7CFEBE4-A221-4745-9C61-D0B999DDD6DD}"/>
                </a:ext>
              </a:extLst>
            </p:cNvPr>
            <p:cNvSpPr/>
            <p:nvPr/>
          </p:nvSpPr>
          <p:spPr>
            <a:xfrm>
              <a:off x="158889" y="1819755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60E82F-AB13-49C7-B235-74C2BB272DA6}"/>
                </a:ext>
              </a:extLst>
            </p:cNvPr>
            <p:cNvGrpSpPr/>
            <p:nvPr/>
          </p:nvGrpSpPr>
          <p:grpSpPr>
            <a:xfrm>
              <a:off x="1550163" y="1824035"/>
              <a:ext cx="379109" cy="379109"/>
              <a:chOff x="1378857" y="638777"/>
              <a:chExt cx="379109" cy="379109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75686C-8026-496A-B579-1ED67134F07C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CBD0BAC-ED99-4AD9-9A23-9962A591C242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CCB148-35F2-46B0-B2CC-A35164499FF0}"/>
                </a:ext>
              </a:extLst>
            </p:cNvPr>
            <p:cNvSpPr txBox="1"/>
            <p:nvPr/>
          </p:nvSpPr>
          <p:spPr>
            <a:xfrm>
              <a:off x="271605" y="1843118"/>
              <a:ext cx="10397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7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125620" y="3104017"/>
            <a:ext cx="1803652" cy="386208"/>
            <a:chOff x="125620" y="3104017"/>
            <a:chExt cx="1803652" cy="38620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125620" y="3104017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271605" y="3140753"/>
              <a:ext cx="9635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8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D5DB76-66CE-498C-B1B2-BBB1938F00BA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1929272" y="679974"/>
            <a:ext cx="670211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FFDE0-8E11-4E7E-87C4-1814BCB61B42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1929272" y="2011391"/>
            <a:ext cx="670210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1929272" y="3298472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57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3" grpId="0" animBg="1"/>
      <p:bldP spid="5" grpId="0" animBg="1"/>
      <p:bldP spid="9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357367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1779939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451735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4480398" y="2303930"/>
            <a:ext cx="6115882" cy="1979513"/>
            <a:chOff x="2626136" y="2451104"/>
            <a:chExt cx="4768219" cy="1775513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451104"/>
              <a:ext cx="4586514" cy="1775513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2946396" y="2976220"/>
              <a:ext cx="4323675" cy="579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Interacting with Users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626136" y="3156331"/>
              <a:ext cx="325800" cy="381288"/>
              <a:chOff x="1405512" y="686191"/>
              <a:chExt cx="325800" cy="381288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405512" y="686191"/>
                <a:ext cx="325800" cy="38128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94962" y="790892"/>
                <a:ext cx="146899" cy="172005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534555" y="2617695"/>
            <a:ext cx="3241447" cy="1246481"/>
            <a:chOff x="-1312175" y="2617695"/>
            <a:chExt cx="3241447" cy="1246481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-1312175" y="2617695"/>
              <a:ext cx="3018569" cy="124648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-634642" y="3001298"/>
              <a:ext cx="18783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PART II</a:t>
              </a:r>
            </a:p>
          </p:txBody>
        </p: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3776002" y="3300671"/>
            <a:ext cx="704396" cy="20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229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172694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0B5FD16-F2A5-4DFB-876B-CE87EE50E8CE}"/>
              </a:ext>
            </a:extLst>
          </p:cNvPr>
          <p:cNvSpPr/>
          <p:nvPr/>
        </p:nvSpPr>
        <p:spPr>
          <a:xfrm rot="21225135">
            <a:off x="-33522" y="1935061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1EC353C-D408-4880-B9A9-684B0E9D1AF9}"/>
              </a:ext>
            </a:extLst>
          </p:cNvPr>
          <p:cNvSpPr/>
          <p:nvPr/>
        </p:nvSpPr>
        <p:spPr>
          <a:xfrm rot="21225135">
            <a:off x="-66791" y="3219323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E52D63-610E-4B00-87F9-A4B7EAA5FCAA}"/>
              </a:ext>
            </a:extLst>
          </p:cNvPr>
          <p:cNvSpPr/>
          <p:nvPr/>
        </p:nvSpPr>
        <p:spPr>
          <a:xfrm rot="21225135">
            <a:off x="-54987" y="450337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7C70FF-1F87-4B7E-A4A5-CFD5C13BBF12}"/>
              </a:ext>
            </a:extLst>
          </p:cNvPr>
          <p:cNvSpPr/>
          <p:nvPr/>
        </p:nvSpPr>
        <p:spPr>
          <a:xfrm rot="21225135">
            <a:off x="-133329" y="583598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C980C4-F6B1-4455-A2D4-4943C20511BA}"/>
              </a:ext>
            </a:extLst>
          </p:cNvPr>
          <p:cNvSpPr/>
          <p:nvPr/>
        </p:nvSpPr>
        <p:spPr>
          <a:xfrm rot="21225135">
            <a:off x="-253" y="60572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8E0B-D461-43DC-A0EF-2BEA88BC2F01}"/>
              </a:ext>
            </a:extLst>
          </p:cNvPr>
          <p:cNvSpPr/>
          <p:nvPr/>
        </p:nvSpPr>
        <p:spPr>
          <a:xfrm rot="21225135">
            <a:off x="2670624" y="609603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3D1F6-FB25-400A-A64C-21450EF316CC}"/>
              </a:ext>
            </a:extLst>
          </p:cNvPr>
          <p:cNvSpPr/>
          <p:nvPr/>
        </p:nvSpPr>
        <p:spPr>
          <a:xfrm rot="21225135">
            <a:off x="2670624" y="1916824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B82677-BA69-4BB2-AF16-3474CA025785}"/>
              </a:ext>
            </a:extLst>
          </p:cNvPr>
          <p:cNvSpPr/>
          <p:nvPr/>
        </p:nvSpPr>
        <p:spPr>
          <a:xfrm rot="21225135">
            <a:off x="2670624" y="3224045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2E934-7C40-4311-8C3F-D98416365BDF}"/>
              </a:ext>
            </a:extLst>
          </p:cNvPr>
          <p:cNvSpPr/>
          <p:nvPr/>
        </p:nvSpPr>
        <p:spPr>
          <a:xfrm rot="21225135">
            <a:off x="2670624" y="4531266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D4ACA1-E2F4-4E89-AB9C-1D8135DDF6A9}"/>
              </a:ext>
            </a:extLst>
          </p:cNvPr>
          <p:cNvSpPr/>
          <p:nvPr/>
        </p:nvSpPr>
        <p:spPr>
          <a:xfrm rot="21225135">
            <a:off x="2670624" y="5838487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311BBF-03C3-410F-A97E-2B4E811CCE0E}"/>
              </a:ext>
            </a:extLst>
          </p:cNvPr>
          <p:cNvGrpSpPr/>
          <p:nvPr/>
        </p:nvGrpSpPr>
        <p:grpSpPr>
          <a:xfrm>
            <a:off x="2599483" y="246745"/>
            <a:ext cx="5059749" cy="870857"/>
            <a:chOff x="2599483" y="246745"/>
            <a:chExt cx="5059749" cy="870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307445-A0A0-4F1C-9EC1-86F9BD584373}"/>
                </a:ext>
              </a:extLst>
            </p:cNvPr>
            <p:cNvSpPr/>
            <p:nvPr/>
          </p:nvSpPr>
          <p:spPr>
            <a:xfrm>
              <a:off x="2807841" y="246745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12C68-6920-4206-BD4F-CB8DD691D355}"/>
                </a:ext>
              </a:extLst>
            </p:cNvPr>
            <p:cNvSpPr txBox="1"/>
            <p:nvPr/>
          </p:nvSpPr>
          <p:spPr>
            <a:xfrm>
              <a:off x="3141938" y="448143"/>
              <a:ext cx="4517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Form Basics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E4C2BC8-E052-44FA-8393-7D535671AA11}"/>
                </a:ext>
              </a:extLst>
            </p:cNvPr>
            <p:cNvGrpSpPr/>
            <p:nvPr/>
          </p:nvGrpSpPr>
          <p:grpSpPr>
            <a:xfrm>
              <a:off x="2599483" y="490419"/>
              <a:ext cx="379109" cy="379109"/>
              <a:chOff x="1378857" y="638777"/>
              <a:chExt cx="379109" cy="37910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13D450-7DB5-4F28-B7D3-8E70BDF4327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83CF2E-E048-4945-892D-6D87DD1B7563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6D3550-4944-4AD2-BF6C-94D5AC9F1DA3}"/>
              </a:ext>
            </a:extLst>
          </p:cNvPr>
          <p:cNvGrpSpPr/>
          <p:nvPr/>
        </p:nvGrpSpPr>
        <p:grpSpPr>
          <a:xfrm>
            <a:off x="2599482" y="1553966"/>
            <a:ext cx="6146166" cy="870857"/>
            <a:chOff x="2599482" y="1553966"/>
            <a:chExt cx="6146166" cy="8708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425C06-A4B8-44A4-810A-B56A3462EB25}"/>
                </a:ext>
              </a:extLst>
            </p:cNvPr>
            <p:cNvSpPr/>
            <p:nvPr/>
          </p:nvSpPr>
          <p:spPr>
            <a:xfrm>
              <a:off x="2807841" y="1553966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5525FF-0D56-4428-B8D1-190FB4C992A7}"/>
                </a:ext>
              </a:extLst>
            </p:cNvPr>
            <p:cNvSpPr txBox="1"/>
            <p:nvPr/>
          </p:nvSpPr>
          <p:spPr>
            <a:xfrm>
              <a:off x="3048298" y="1797418"/>
              <a:ext cx="56973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Advanced Form Design Techniques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53C861-D222-401A-BF8F-82C32A26BF73}"/>
                </a:ext>
              </a:extLst>
            </p:cNvPr>
            <p:cNvGrpSpPr/>
            <p:nvPr/>
          </p:nvGrpSpPr>
          <p:grpSpPr>
            <a:xfrm>
              <a:off x="2599482" y="1821836"/>
              <a:ext cx="379109" cy="379109"/>
              <a:chOff x="1378857" y="638777"/>
              <a:chExt cx="379109" cy="37910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EFB9FE8-BC0B-434C-A27B-144680BC6E01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F2C77B-8518-4A79-A66C-874FF5F621C0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8E11FD8A-4470-4B96-9118-241B1182D04A}"/>
              </a:ext>
            </a:extLst>
          </p:cNvPr>
          <p:cNvGrpSpPr/>
          <p:nvPr/>
        </p:nvGrpSpPr>
        <p:grpSpPr>
          <a:xfrm>
            <a:off x="2599481" y="2861187"/>
            <a:ext cx="6073739" cy="870857"/>
            <a:chOff x="2599481" y="2861187"/>
            <a:chExt cx="6073739" cy="870857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D7EA3BD-AD0D-4D3A-A275-C5A58C2CFF19}"/>
                </a:ext>
              </a:extLst>
            </p:cNvPr>
            <p:cNvSpPr/>
            <p:nvPr/>
          </p:nvSpPr>
          <p:spPr>
            <a:xfrm>
              <a:off x="2807841" y="2861187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E948ED-7B98-4A4C-AD41-DDDD912EFF94}"/>
                </a:ext>
              </a:extLst>
            </p:cNvPr>
            <p:cNvSpPr txBox="1"/>
            <p:nvPr/>
          </p:nvSpPr>
          <p:spPr>
            <a:xfrm>
              <a:off x="3071473" y="3105818"/>
              <a:ext cx="56017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Navigation and Switchboard Forms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3342319-2C15-44AA-A1A6-76CC9E2B39E7}"/>
                </a:ext>
              </a:extLst>
            </p:cNvPr>
            <p:cNvGrpSpPr/>
            <p:nvPr/>
          </p:nvGrpSpPr>
          <p:grpSpPr>
            <a:xfrm>
              <a:off x="2599481" y="3108917"/>
              <a:ext cx="379109" cy="379109"/>
              <a:chOff x="1378857" y="638777"/>
              <a:chExt cx="379109" cy="379109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1F79EFC-5C20-476E-8A94-E81DD68AB1E8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C8ECAA8-1678-48C3-9001-8408F8F17107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D6FE7D6-131D-4F97-ADE4-FF46EA67EBCE}"/>
              </a:ext>
            </a:extLst>
          </p:cNvPr>
          <p:cNvGrpSpPr/>
          <p:nvPr/>
        </p:nvGrpSpPr>
        <p:grpSpPr>
          <a:xfrm>
            <a:off x="2599480" y="4168408"/>
            <a:ext cx="5621066" cy="870857"/>
            <a:chOff x="2599480" y="4168408"/>
            <a:chExt cx="5621066" cy="87085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A8A22F8-5BA0-4536-83A9-89EA8A2D0D50}"/>
                </a:ext>
              </a:extLst>
            </p:cNvPr>
            <p:cNvSpPr/>
            <p:nvPr/>
          </p:nvSpPr>
          <p:spPr>
            <a:xfrm>
              <a:off x="2807841" y="4168408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B7D102-2A0D-44A5-BC0E-48C0B7F5B9A6}"/>
                </a:ext>
              </a:extLst>
            </p:cNvPr>
            <p:cNvSpPr txBox="1"/>
            <p:nvPr/>
          </p:nvSpPr>
          <p:spPr>
            <a:xfrm>
              <a:off x="2978587" y="4420641"/>
              <a:ext cx="52419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Build an Appealing User Interface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37ABA76-5B95-4A01-A569-1C31A1E991D4}"/>
                </a:ext>
              </a:extLst>
            </p:cNvPr>
            <p:cNvGrpSpPr/>
            <p:nvPr/>
          </p:nvGrpSpPr>
          <p:grpSpPr>
            <a:xfrm>
              <a:off x="2599480" y="4383070"/>
              <a:ext cx="379109" cy="379109"/>
              <a:chOff x="1378857" y="638777"/>
              <a:chExt cx="379109" cy="379109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49E2082D-6648-49B5-A97E-C54CCBBF4997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8FFF361E-5487-47E6-8A7A-7D9F50ACA161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27C575E-30E0-4714-9CCC-00A134DB53DA}"/>
              </a:ext>
            </a:extLst>
          </p:cNvPr>
          <p:cNvGrpSpPr/>
          <p:nvPr/>
        </p:nvGrpSpPr>
        <p:grpSpPr>
          <a:xfrm>
            <a:off x="2599479" y="5475629"/>
            <a:ext cx="5277035" cy="870857"/>
            <a:chOff x="2599479" y="5475629"/>
            <a:chExt cx="5277035" cy="87085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85F14CB-E422-4D86-9629-466D0C6A7D83}"/>
                </a:ext>
              </a:extLst>
            </p:cNvPr>
            <p:cNvSpPr/>
            <p:nvPr/>
          </p:nvSpPr>
          <p:spPr>
            <a:xfrm>
              <a:off x="2807841" y="5475629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D73809-8FFF-439F-A799-3A02EC2D374F}"/>
                </a:ext>
              </a:extLst>
            </p:cNvPr>
            <p:cNvSpPr txBox="1"/>
            <p:nvPr/>
          </p:nvSpPr>
          <p:spPr>
            <a:xfrm>
              <a:off x="3042128" y="5753923"/>
              <a:ext cx="4834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Report Basics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EF86458-2D12-460E-A597-A5BAEA9A992C}"/>
                </a:ext>
              </a:extLst>
            </p:cNvPr>
            <p:cNvGrpSpPr/>
            <p:nvPr/>
          </p:nvGrpSpPr>
          <p:grpSpPr>
            <a:xfrm>
              <a:off x="2599479" y="5728999"/>
              <a:ext cx="379109" cy="379109"/>
              <a:chOff x="1378857" y="638777"/>
              <a:chExt cx="379109" cy="379109"/>
            </a:xfrm>
          </p:grpSpPr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9C67770C-16BA-471B-A9A1-8D2B3B6664B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E8C4814D-9028-4969-88F3-26A5FDDB814E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B9B7F-27EA-437F-B409-5D78B2F833B5}"/>
              </a:ext>
            </a:extLst>
          </p:cNvPr>
          <p:cNvGrpSpPr/>
          <p:nvPr/>
        </p:nvGrpSpPr>
        <p:grpSpPr>
          <a:xfrm>
            <a:off x="192158" y="490419"/>
            <a:ext cx="1737114" cy="381308"/>
            <a:chOff x="192158" y="490419"/>
            <a:chExt cx="1737114" cy="38130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684C4E7-C09B-424A-A98F-879A7CFE4BD1}"/>
                </a:ext>
              </a:extLst>
            </p:cNvPr>
            <p:cNvSpPr/>
            <p:nvPr/>
          </p:nvSpPr>
          <p:spPr>
            <a:xfrm>
              <a:off x="192158" y="49041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F9B19F-6340-4AC6-8EBD-181E6DC89578}"/>
                </a:ext>
              </a:extLst>
            </p:cNvPr>
            <p:cNvGrpSpPr/>
            <p:nvPr/>
          </p:nvGrpSpPr>
          <p:grpSpPr>
            <a:xfrm>
              <a:off x="1550163" y="492618"/>
              <a:ext cx="379109" cy="379109"/>
              <a:chOff x="1378857" y="638777"/>
              <a:chExt cx="379109" cy="379109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E8E70DA-BB22-4E34-96B7-7CF4EA4A2B0A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21294DE-FCB7-4B72-ABC6-7524A53D065F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CBEB8D-E76E-4D0C-B933-149C5263EF92}"/>
                </a:ext>
              </a:extLst>
            </p:cNvPr>
            <p:cNvSpPr txBox="1"/>
            <p:nvPr/>
          </p:nvSpPr>
          <p:spPr>
            <a:xfrm>
              <a:off x="192159" y="515110"/>
              <a:ext cx="116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9 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7105626-5531-4311-AFB8-5DDDBFCA248B}"/>
              </a:ext>
            </a:extLst>
          </p:cNvPr>
          <p:cNvGrpSpPr/>
          <p:nvPr/>
        </p:nvGrpSpPr>
        <p:grpSpPr>
          <a:xfrm>
            <a:off x="158889" y="1819755"/>
            <a:ext cx="1770383" cy="383389"/>
            <a:chOff x="158889" y="1819755"/>
            <a:chExt cx="1770383" cy="38338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7CFEBE4-A221-4745-9C61-D0B999DDD6DD}"/>
                </a:ext>
              </a:extLst>
            </p:cNvPr>
            <p:cNvSpPr/>
            <p:nvPr/>
          </p:nvSpPr>
          <p:spPr>
            <a:xfrm>
              <a:off x="158889" y="1819755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60E82F-AB13-49C7-B235-74C2BB272DA6}"/>
                </a:ext>
              </a:extLst>
            </p:cNvPr>
            <p:cNvGrpSpPr/>
            <p:nvPr/>
          </p:nvGrpSpPr>
          <p:grpSpPr>
            <a:xfrm>
              <a:off x="1550163" y="1824035"/>
              <a:ext cx="379109" cy="379109"/>
              <a:chOff x="1378857" y="638777"/>
              <a:chExt cx="379109" cy="379109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75686C-8026-496A-B579-1ED67134F07C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CBD0BAC-ED99-4AD9-9A23-9962A591C242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CCB148-35F2-46B0-B2CC-A35164499FF0}"/>
                </a:ext>
              </a:extLst>
            </p:cNvPr>
            <p:cNvSpPr txBox="1"/>
            <p:nvPr/>
          </p:nvSpPr>
          <p:spPr>
            <a:xfrm>
              <a:off x="271604" y="1843118"/>
              <a:ext cx="11877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10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AD12723-11C2-472D-A872-AEB932E9FFF5}"/>
              </a:ext>
            </a:extLst>
          </p:cNvPr>
          <p:cNvGrpSpPr/>
          <p:nvPr/>
        </p:nvGrpSpPr>
        <p:grpSpPr>
          <a:xfrm>
            <a:off x="125620" y="3104017"/>
            <a:ext cx="1803652" cy="386208"/>
            <a:chOff x="125620" y="3104017"/>
            <a:chExt cx="1803652" cy="386208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5F6C4292-74CB-4190-A796-66A3086CB1E7}"/>
                </a:ext>
              </a:extLst>
            </p:cNvPr>
            <p:cNvSpPr/>
            <p:nvPr/>
          </p:nvSpPr>
          <p:spPr>
            <a:xfrm>
              <a:off x="125620" y="3104017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C11CEF0-1A0D-4C9D-8684-54D7973817AB}"/>
                </a:ext>
              </a:extLst>
            </p:cNvPr>
            <p:cNvGrpSpPr/>
            <p:nvPr/>
          </p:nvGrpSpPr>
          <p:grpSpPr>
            <a:xfrm>
              <a:off x="1550163" y="3111116"/>
              <a:ext cx="379109" cy="379109"/>
              <a:chOff x="1378857" y="638777"/>
              <a:chExt cx="379109" cy="379109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D287E425-29CB-4E16-B671-8DBDCCFBC865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08028F9-602E-4665-890F-924DFFDB3CA4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065F9F3-22A8-4008-96CC-9499E987B149}"/>
                </a:ext>
              </a:extLst>
            </p:cNvPr>
            <p:cNvSpPr txBox="1"/>
            <p:nvPr/>
          </p:nvSpPr>
          <p:spPr>
            <a:xfrm>
              <a:off x="271605" y="3140753"/>
              <a:ext cx="11211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66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11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4EBF713-7D61-495F-8491-2381C879EE19}"/>
              </a:ext>
            </a:extLst>
          </p:cNvPr>
          <p:cNvGrpSpPr/>
          <p:nvPr/>
        </p:nvGrpSpPr>
        <p:grpSpPr>
          <a:xfrm>
            <a:off x="137424" y="4385269"/>
            <a:ext cx="1791848" cy="381909"/>
            <a:chOff x="137424" y="4385269"/>
            <a:chExt cx="1791848" cy="381909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EE3FE10-0C55-4131-AD32-BF282A61F429}"/>
                </a:ext>
              </a:extLst>
            </p:cNvPr>
            <p:cNvSpPr/>
            <p:nvPr/>
          </p:nvSpPr>
          <p:spPr>
            <a:xfrm>
              <a:off x="137424" y="438806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1738591-177F-44D0-A6FF-03D8BF9E434D}"/>
                </a:ext>
              </a:extLst>
            </p:cNvPr>
            <p:cNvGrpSpPr/>
            <p:nvPr/>
          </p:nvGrpSpPr>
          <p:grpSpPr>
            <a:xfrm>
              <a:off x="1550163" y="4385269"/>
              <a:ext cx="379109" cy="379109"/>
              <a:chOff x="1378857" y="638777"/>
              <a:chExt cx="379109" cy="379109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145427CB-DE97-4D91-9741-94F73D3A3F5F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98FB25FF-19F6-47B1-80A8-4D15D5820E7D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CD9880F-050E-49FD-9DF6-E946C0A1B589}"/>
                </a:ext>
              </a:extLst>
            </p:cNvPr>
            <p:cNvSpPr txBox="1"/>
            <p:nvPr/>
          </p:nvSpPr>
          <p:spPr>
            <a:xfrm>
              <a:off x="271604" y="4413987"/>
              <a:ext cx="11535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12</a:t>
              </a: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19049C6-940A-4735-8859-C4EA72B07D3B}"/>
              </a:ext>
            </a:extLst>
          </p:cNvPr>
          <p:cNvGrpSpPr/>
          <p:nvPr/>
        </p:nvGrpSpPr>
        <p:grpSpPr>
          <a:xfrm>
            <a:off x="59082" y="5720679"/>
            <a:ext cx="1870190" cy="389628"/>
            <a:chOff x="59082" y="5720679"/>
            <a:chExt cx="1870190" cy="389628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16F1AA6E-E1F4-4CF6-8C26-DB749CC84BC3}"/>
                </a:ext>
              </a:extLst>
            </p:cNvPr>
            <p:cNvSpPr/>
            <p:nvPr/>
          </p:nvSpPr>
          <p:spPr>
            <a:xfrm>
              <a:off x="59082" y="572067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2F2466E-9BE4-419A-8E0D-3E1A1EA462D7}"/>
                </a:ext>
              </a:extLst>
            </p:cNvPr>
            <p:cNvGrpSpPr/>
            <p:nvPr/>
          </p:nvGrpSpPr>
          <p:grpSpPr>
            <a:xfrm>
              <a:off x="1550163" y="5731198"/>
              <a:ext cx="379109" cy="379109"/>
              <a:chOff x="1378857" y="638777"/>
              <a:chExt cx="379109" cy="379109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033AC9D-8D94-40A5-A359-74EFF17EA70F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A8C6EC6A-2920-4CC7-B1C1-F91F15F62BE5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1EF1B31-6A17-49D9-B128-CC9A58A5C2DB}"/>
                </a:ext>
              </a:extLst>
            </p:cNvPr>
            <p:cNvSpPr txBox="1"/>
            <p:nvPr/>
          </p:nvSpPr>
          <p:spPr>
            <a:xfrm>
              <a:off x="271605" y="5730763"/>
              <a:ext cx="1083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808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13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D5DB76-66CE-498C-B1B2-BBB1938F00BA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1929272" y="679974"/>
            <a:ext cx="670211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FFDE0-8E11-4E7E-87C4-1814BCB61B42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1929272" y="2011391"/>
            <a:ext cx="670210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F8974AE-1266-452E-82BE-20A46982873D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 flipV="1">
            <a:off x="1929272" y="3298472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27E0B436-17A6-432F-BE54-8CDC55B498AF}"/>
              </a:ext>
            </a:extLst>
          </p:cNvPr>
          <p:cNvCxnSpPr>
            <a:cxnSpLocks/>
          </p:cNvCxnSpPr>
          <p:nvPr/>
        </p:nvCxnSpPr>
        <p:spPr>
          <a:xfrm flipV="1">
            <a:off x="1929272" y="4585553"/>
            <a:ext cx="670209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A5DF1F8-03A9-4EB3-8D39-4BD31F887EC1}"/>
              </a:ext>
            </a:extLst>
          </p:cNvPr>
          <p:cNvCxnSpPr>
            <a:cxnSpLocks/>
            <a:stCxn id="54" idx="6"/>
            <a:endCxn id="57" idx="2"/>
          </p:cNvCxnSpPr>
          <p:nvPr/>
        </p:nvCxnSpPr>
        <p:spPr>
          <a:xfrm flipV="1">
            <a:off x="1929272" y="5918554"/>
            <a:ext cx="670207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420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6" grpId="0" animBg="1"/>
      <p:bldP spid="68" grpId="0" animBg="1"/>
      <p:bldP spid="70" grpId="0" animBg="1"/>
      <p:bldP spid="63" grpId="0" animBg="1"/>
      <p:bldP spid="5" grpId="0" animBg="1"/>
      <p:bldP spid="9" grpId="0" animBg="1"/>
      <p:bldP spid="14" grpId="0" animBg="1"/>
      <p:bldP spid="19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74000">
              <a:schemeClr val="bg1">
                <a:lumMod val="95000"/>
              </a:schemeClr>
            </a:gs>
            <a:gs pos="100000">
              <a:schemeClr val="bg1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F1A7CE0-7E92-4302-AF8E-7EA4D25F5605}"/>
              </a:ext>
            </a:extLst>
          </p:cNvPr>
          <p:cNvCxnSpPr/>
          <p:nvPr/>
        </p:nvCxnSpPr>
        <p:spPr>
          <a:xfrm>
            <a:off x="1726940" y="0"/>
            <a:ext cx="78342" cy="68978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F0B5FD16-F2A5-4DFB-876B-CE87EE50E8CE}"/>
              </a:ext>
            </a:extLst>
          </p:cNvPr>
          <p:cNvSpPr/>
          <p:nvPr/>
        </p:nvSpPr>
        <p:spPr>
          <a:xfrm rot="21225135">
            <a:off x="-33522" y="1935061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BC980C4-F6B1-4455-A2D4-4943C20511BA}"/>
              </a:ext>
            </a:extLst>
          </p:cNvPr>
          <p:cNvSpPr/>
          <p:nvPr/>
        </p:nvSpPr>
        <p:spPr>
          <a:xfrm rot="21225135">
            <a:off x="-253" y="605725"/>
            <a:ext cx="1501322" cy="537863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3D8E0B-D461-43DC-A0EF-2BEA88BC2F01}"/>
              </a:ext>
            </a:extLst>
          </p:cNvPr>
          <p:cNvSpPr/>
          <p:nvPr/>
        </p:nvSpPr>
        <p:spPr>
          <a:xfrm rot="21225135">
            <a:off x="2670624" y="609603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3D1F6-FB25-400A-A64C-21450EF316CC}"/>
              </a:ext>
            </a:extLst>
          </p:cNvPr>
          <p:cNvSpPr/>
          <p:nvPr/>
        </p:nvSpPr>
        <p:spPr>
          <a:xfrm rot="21225135">
            <a:off x="2670624" y="1916824"/>
            <a:ext cx="3512457" cy="870856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  <a:effectLst>
            <a:softEdge rad="190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2311BBF-03C3-410F-A97E-2B4E811CCE0E}"/>
              </a:ext>
            </a:extLst>
          </p:cNvPr>
          <p:cNvGrpSpPr/>
          <p:nvPr/>
        </p:nvGrpSpPr>
        <p:grpSpPr>
          <a:xfrm>
            <a:off x="2599483" y="246745"/>
            <a:ext cx="6689371" cy="870857"/>
            <a:chOff x="2599483" y="246745"/>
            <a:chExt cx="6689371" cy="87085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B307445-A0A0-4F1C-9EC1-86F9BD584373}"/>
                </a:ext>
              </a:extLst>
            </p:cNvPr>
            <p:cNvSpPr/>
            <p:nvPr/>
          </p:nvSpPr>
          <p:spPr>
            <a:xfrm>
              <a:off x="2807841" y="246745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412C68-6920-4206-BD4F-CB8DD691D355}"/>
                </a:ext>
              </a:extLst>
            </p:cNvPr>
            <p:cNvSpPr txBox="1"/>
            <p:nvPr/>
          </p:nvSpPr>
          <p:spPr>
            <a:xfrm>
              <a:off x="3141937" y="448143"/>
              <a:ext cx="614691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Advanced Report Design Techniques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E4C2BC8-E052-44FA-8393-7D535671AA11}"/>
                </a:ext>
              </a:extLst>
            </p:cNvPr>
            <p:cNvGrpSpPr/>
            <p:nvPr/>
          </p:nvGrpSpPr>
          <p:grpSpPr>
            <a:xfrm>
              <a:off x="2599483" y="490419"/>
              <a:ext cx="379109" cy="379109"/>
              <a:chOff x="1378857" y="638777"/>
              <a:chExt cx="379109" cy="379109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E13D450-7DB5-4F28-B7D3-8E70BDF4327E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983CF2E-E048-4945-892D-6D87DD1B7563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6D3550-4944-4AD2-BF6C-94D5AC9F1DA3}"/>
              </a:ext>
            </a:extLst>
          </p:cNvPr>
          <p:cNvGrpSpPr/>
          <p:nvPr/>
        </p:nvGrpSpPr>
        <p:grpSpPr>
          <a:xfrm>
            <a:off x="2599482" y="1553966"/>
            <a:ext cx="5367567" cy="870857"/>
            <a:chOff x="2599482" y="1553966"/>
            <a:chExt cx="5367567" cy="870857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425C06-A4B8-44A4-810A-B56A3462EB25}"/>
                </a:ext>
              </a:extLst>
            </p:cNvPr>
            <p:cNvSpPr/>
            <p:nvPr/>
          </p:nvSpPr>
          <p:spPr>
            <a:xfrm>
              <a:off x="2807841" y="1553966"/>
              <a:ext cx="4586514" cy="870857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5525FF-0D56-4428-B8D1-190FB4C992A7}"/>
                </a:ext>
              </a:extLst>
            </p:cNvPr>
            <p:cNvSpPr txBox="1"/>
            <p:nvPr/>
          </p:nvSpPr>
          <p:spPr>
            <a:xfrm>
              <a:off x="3048298" y="1797418"/>
              <a:ext cx="491875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Introduction to Macros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253C861-D222-401A-BF8F-82C32A26BF73}"/>
                </a:ext>
              </a:extLst>
            </p:cNvPr>
            <p:cNvGrpSpPr/>
            <p:nvPr/>
          </p:nvGrpSpPr>
          <p:grpSpPr>
            <a:xfrm>
              <a:off x="2599482" y="1821836"/>
              <a:ext cx="379109" cy="379109"/>
              <a:chOff x="1378857" y="638777"/>
              <a:chExt cx="379109" cy="379109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EFB9FE8-BC0B-434C-A27B-144680BC6E01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1F2C77B-8518-4A79-A66C-874FF5F621C0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F5B9B7F-27EA-437F-B409-5D78B2F833B5}"/>
              </a:ext>
            </a:extLst>
          </p:cNvPr>
          <p:cNvGrpSpPr/>
          <p:nvPr/>
        </p:nvGrpSpPr>
        <p:grpSpPr>
          <a:xfrm>
            <a:off x="192158" y="490419"/>
            <a:ext cx="1737114" cy="381308"/>
            <a:chOff x="192158" y="490419"/>
            <a:chExt cx="1737114" cy="381308"/>
          </a:xfrm>
        </p:grpSpPr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0684C4E7-C09B-424A-A98F-879A7CFE4BD1}"/>
                </a:ext>
              </a:extLst>
            </p:cNvPr>
            <p:cNvSpPr/>
            <p:nvPr/>
          </p:nvSpPr>
          <p:spPr>
            <a:xfrm>
              <a:off x="192158" y="490419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BF9B19F-6340-4AC6-8EBD-181E6DC89578}"/>
                </a:ext>
              </a:extLst>
            </p:cNvPr>
            <p:cNvGrpSpPr/>
            <p:nvPr/>
          </p:nvGrpSpPr>
          <p:grpSpPr>
            <a:xfrm>
              <a:off x="1550163" y="492618"/>
              <a:ext cx="379109" cy="379109"/>
              <a:chOff x="1378857" y="638777"/>
              <a:chExt cx="379109" cy="379109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E8E70DA-BB22-4E34-96B7-7CF4EA4A2B0A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721294DE-FCB7-4B72-ABC6-7524A53D065F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ACBEB8D-E76E-4D0C-B933-149C5263EF92}"/>
                </a:ext>
              </a:extLst>
            </p:cNvPr>
            <p:cNvSpPr txBox="1"/>
            <p:nvPr/>
          </p:nvSpPr>
          <p:spPr>
            <a:xfrm>
              <a:off x="192159" y="515110"/>
              <a:ext cx="1168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14 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7105626-5531-4311-AFB8-5DDDBFCA248B}"/>
              </a:ext>
            </a:extLst>
          </p:cNvPr>
          <p:cNvGrpSpPr/>
          <p:nvPr/>
        </p:nvGrpSpPr>
        <p:grpSpPr>
          <a:xfrm>
            <a:off x="158889" y="1819755"/>
            <a:ext cx="1770383" cy="383389"/>
            <a:chOff x="158889" y="1819755"/>
            <a:chExt cx="1770383" cy="383389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D7CFEBE4-A221-4745-9C61-D0B999DDD6DD}"/>
                </a:ext>
              </a:extLst>
            </p:cNvPr>
            <p:cNvSpPr/>
            <p:nvPr/>
          </p:nvSpPr>
          <p:spPr>
            <a:xfrm>
              <a:off x="158889" y="1819755"/>
              <a:ext cx="1580774" cy="37910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60E82F-AB13-49C7-B235-74C2BB272DA6}"/>
                </a:ext>
              </a:extLst>
            </p:cNvPr>
            <p:cNvGrpSpPr/>
            <p:nvPr/>
          </p:nvGrpSpPr>
          <p:grpSpPr>
            <a:xfrm>
              <a:off x="1550163" y="1824035"/>
              <a:ext cx="379109" cy="379109"/>
              <a:chOff x="1378857" y="638777"/>
              <a:chExt cx="379109" cy="379109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6675686C-8026-496A-B579-1ED67134F07C}"/>
                  </a:ext>
                </a:extLst>
              </p:cNvPr>
              <p:cNvSpPr/>
              <p:nvPr/>
            </p:nvSpPr>
            <p:spPr>
              <a:xfrm>
                <a:off x="1378857" y="638777"/>
                <a:ext cx="379109" cy="379109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CBD0BAC-ED99-4AD9-9A23-9962A591C242}"/>
                  </a:ext>
                </a:extLst>
              </p:cNvPr>
              <p:cNvSpPr/>
              <p:nvPr/>
            </p:nvSpPr>
            <p:spPr>
              <a:xfrm>
                <a:off x="1448182" y="708102"/>
                <a:ext cx="240458" cy="24045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6CCB148-35F2-46B0-B2CC-A35164499FF0}"/>
                </a:ext>
              </a:extLst>
            </p:cNvPr>
            <p:cNvSpPr txBox="1"/>
            <p:nvPr/>
          </p:nvSpPr>
          <p:spPr>
            <a:xfrm>
              <a:off x="271604" y="1843118"/>
              <a:ext cx="11535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Chapter 15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7D5DB76-66CE-498C-B1B2-BBB1938F00BA}"/>
              </a:ext>
            </a:extLst>
          </p:cNvPr>
          <p:cNvCxnSpPr>
            <a:stCxn id="29" idx="6"/>
            <a:endCxn id="33" idx="2"/>
          </p:cNvCxnSpPr>
          <p:nvPr/>
        </p:nvCxnSpPr>
        <p:spPr>
          <a:xfrm flipV="1">
            <a:off x="1929272" y="679974"/>
            <a:ext cx="670211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0BFFDE0-8E11-4E7E-87C4-1814BCB61B42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 flipV="1">
            <a:off x="1929272" y="2011391"/>
            <a:ext cx="670210" cy="219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47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3" grpId="0" animBg="1"/>
      <p:bldP spid="5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>
          <a:xfrm>
            <a:off x="945917" y="152236"/>
            <a:ext cx="8229600" cy="1143000"/>
          </a:xfrm>
        </p:spPr>
        <p:txBody>
          <a:bodyPr/>
          <a:lstStyle/>
          <a:p>
            <a:pPr algn="l" rtl="0" eaLnBrk="1" hangingPunct="1"/>
            <a:r>
              <a:rPr lang="en-US" altLang="en-US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Training</a:t>
            </a:r>
            <a:endParaRPr lang="ar-EG" altLang="en-US" sz="5400" b="1" dirty="0">
              <a:solidFill>
                <a:srgbClr val="FF0000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6807" y="4467226"/>
            <a:ext cx="11097993" cy="2390775"/>
            <a:chOff x="-1117537" y="4467218"/>
            <a:chExt cx="10032091" cy="2390782"/>
          </a:xfrm>
        </p:grpSpPr>
        <p:pic>
          <p:nvPicPr>
            <p:cNvPr id="9226" name="Picture 3" descr="C:\Program Files\Microsoft Office\MEDIA\CAGCAT10\j0240695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9322" y="4467218"/>
              <a:ext cx="2985232" cy="2390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-1117537" y="5409568"/>
              <a:ext cx="5754847" cy="707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000" dirty="0"/>
                <a:t>Let me do it I will understand.</a:t>
              </a:r>
              <a:endParaRPr lang="ar-EG" sz="4000" dirty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7200" y="2500313"/>
            <a:ext cx="11277600" cy="2565400"/>
            <a:chOff x="500034" y="2500306"/>
            <a:chExt cx="8056582" cy="2565817"/>
          </a:xfrm>
        </p:grpSpPr>
        <p:sp>
          <p:nvSpPr>
            <p:cNvPr id="8" name="Rectangle 7"/>
            <p:cNvSpPr/>
            <p:nvPr/>
          </p:nvSpPr>
          <p:spPr>
            <a:xfrm>
              <a:off x="4198918" y="3009183"/>
              <a:ext cx="4357698" cy="12003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dirty="0"/>
                <a:t>Show me I might remember something.</a:t>
              </a:r>
            </a:p>
          </p:txBody>
        </p:sp>
        <p:pic>
          <p:nvPicPr>
            <p:cNvPr id="9225" name="Picture 4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34" y="2500306"/>
              <a:ext cx="3000396" cy="2565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916269" y="719654"/>
            <a:ext cx="8818531" cy="2006600"/>
            <a:chOff x="1283388" y="743989"/>
            <a:chExt cx="7503454" cy="2007267"/>
          </a:xfrm>
        </p:grpSpPr>
        <p:sp>
          <p:nvSpPr>
            <p:cNvPr id="7" name="Rectangle 6"/>
            <p:cNvSpPr/>
            <p:nvPr/>
          </p:nvSpPr>
          <p:spPr>
            <a:xfrm>
              <a:off x="1283388" y="1352205"/>
              <a:ext cx="3258047" cy="6465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600" dirty="0"/>
                <a:t>Tell me I will forget.</a:t>
              </a:r>
            </a:p>
          </p:txBody>
        </p:sp>
        <p:pic>
          <p:nvPicPr>
            <p:cNvPr id="9223" name="Picture 5" descr="C:\Users\saidfawzy.TENDERS\AppData\Local\Microsoft\Windows\Temporary Internet Files\Content.IE5\XG5JW5O4\MPj04422270000[1]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743989"/>
              <a:ext cx="3071834" cy="200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628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256400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rgbClr val="C2BC80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How would we train?</a:t>
            </a:r>
          </a:p>
        </p:txBody>
      </p:sp>
      <p:pic>
        <p:nvPicPr>
          <p:cNvPr id="1026" name="Picture 2" descr="Demo Stock Illustrations – 5,647 Demo Stock Illustrations, Vectors &amp;  Clipart - Dreamstime">
            <a:extLst>
              <a:ext uri="{FF2B5EF4-FFF2-40B4-BE49-F238E27FC236}">
                <a16:creationId xmlns:a16="http://schemas.microsoft.com/office/drawing/2014/main" id="{F04BE3F1-CAC6-9B73-E9A9-AA1040970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47" y="2219324"/>
            <a:ext cx="2846606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0B8FEE3-00E0-D021-E3FE-1D1B3195994C}"/>
              </a:ext>
            </a:extLst>
          </p:cNvPr>
          <p:cNvGrpSpPr/>
          <p:nvPr/>
        </p:nvGrpSpPr>
        <p:grpSpPr>
          <a:xfrm>
            <a:off x="4528850" y="1453333"/>
            <a:ext cx="2846607" cy="3951333"/>
            <a:chOff x="8733297" y="1485900"/>
            <a:chExt cx="2846607" cy="3951333"/>
          </a:xfrm>
        </p:grpSpPr>
        <p:pic>
          <p:nvPicPr>
            <p:cNvPr id="1030" name="Picture 6" descr="What is a computer program? - BBC Bitesize">
              <a:extLst>
                <a:ext uri="{FF2B5EF4-FFF2-40B4-BE49-F238E27FC236}">
                  <a16:creationId xmlns:a16="http://schemas.microsoft.com/office/drawing/2014/main" id="{E1406204-8450-172D-32EA-7C0CBF372C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33297" y="1485900"/>
              <a:ext cx="2846607" cy="2846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5AA2F19-F1F6-490C-0B9C-4F972F6DC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77325" y="4332507"/>
              <a:ext cx="2133787" cy="1104726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AF54218-A170-5757-3288-BC12CDCD3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485" y="2327990"/>
            <a:ext cx="3396136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8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8610AD-FBD4-E108-36A5-88CBAA66AC5C}"/>
              </a:ext>
            </a:extLst>
          </p:cNvPr>
          <p:cNvSpPr/>
          <p:nvPr/>
        </p:nvSpPr>
        <p:spPr>
          <a:xfrm>
            <a:off x="440647" y="256400"/>
            <a:ext cx="766722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rgbClr val="C2BC80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How would we train?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F5251-8521-0B3B-9FB3-B7421F6B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929" y="2026170"/>
            <a:ext cx="3254565" cy="280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17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772E6F-83F4-2463-F9EB-B8277C977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56" y="1190358"/>
            <a:ext cx="10337292" cy="447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8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E0C56-8087-39E3-226A-63ADEF96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1123628"/>
            <a:ext cx="10869542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5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24078-7ADC-3C81-978F-DF889A74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699706"/>
            <a:ext cx="10755226" cy="545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5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FE75F-7040-A00A-1EAE-0960A7EDD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804596">
            <a:off x="1146933" y="413700"/>
            <a:ext cx="4298830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A2CECA-B84B-3EA2-E863-119F3DAF3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247" y="910501"/>
            <a:ext cx="5449060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86CD65-157A-76E7-5F86-2B8FCA7CAC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0" b="709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70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206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CFCBB-C363-D4FB-7107-A19E3F67EDED}"/>
              </a:ext>
            </a:extLst>
          </p:cNvPr>
          <p:cNvSpPr/>
          <p:nvPr/>
        </p:nvSpPr>
        <p:spPr>
          <a:xfrm>
            <a:off x="1687073" y="3745837"/>
            <a:ext cx="10909073" cy="16546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1 Split Access Database </a:t>
            </a:r>
            <a:b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</a:b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(Two Tier Application)  </a:t>
            </a:r>
            <a:endParaRPr lang="en-US" sz="6000" b="0" cap="none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MS Access - Query Data | Tutorialspoint">
            <a:extLst>
              <a:ext uri="{FF2B5EF4-FFF2-40B4-BE49-F238E27FC236}">
                <a16:creationId xmlns:a16="http://schemas.microsoft.com/office/drawing/2014/main" id="{8B546FB3-0A18-776A-804A-5427A93E6D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7" r="21205"/>
          <a:stretch/>
        </p:blipFill>
        <p:spPr bwMode="auto">
          <a:xfrm>
            <a:off x="5343914" y="233064"/>
            <a:ext cx="3595390" cy="326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76" name="Straight Connector 2075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2E25C-06F2-EFDA-D858-D498935E3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14" y="4138390"/>
            <a:ext cx="1964793" cy="191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0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2067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CFCBB-C363-D4FB-7107-A19E3F67EDED}"/>
              </a:ext>
            </a:extLst>
          </p:cNvPr>
          <p:cNvSpPr/>
          <p:nvPr/>
        </p:nvSpPr>
        <p:spPr>
          <a:xfrm>
            <a:off x="1520318" y="4593682"/>
            <a:ext cx="10909073" cy="1057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2 MS Access and SQL Server</a:t>
            </a:r>
            <a:endParaRPr lang="en-US" sz="6000" b="0" cap="none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12441-2713-3637-59CE-B9D7AADBF9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37" b="-1"/>
          <a:stretch/>
        </p:blipFill>
        <p:spPr>
          <a:xfrm>
            <a:off x="635457" y="640080"/>
            <a:ext cx="10916463" cy="3602736"/>
          </a:xfrm>
          <a:prstGeom prst="rect">
            <a:avLst/>
          </a:prstGeom>
        </p:spPr>
      </p:pic>
      <p:cxnSp>
        <p:nvCxnSpPr>
          <p:cNvPr id="2076" name="Straight Connector 2075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FEA07-FF69-0D37-5618-8DEF91294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43" y="4309300"/>
            <a:ext cx="1883270" cy="1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2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Rectangle 2067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72" name="Straight Connector 2071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74" name="Rectangle 2073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CFCBB-C363-D4FB-7107-A19E3F67EDED}"/>
              </a:ext>
            </a:extLst>
          </p:cNvPr>
          <p:cNvSpPr/>
          <p:nvPr/>
        </p:nvSpPr>
        <p:spPr>
          <a:xfrm>
            <a:off x="1655080" y="4559877"/>
            <a:ext cx="10909073" cy="1057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3 MS Access and Dataverse</a:t>
            </a:r>
            <a:endParaRPr lang="en-US" sz="6000" b="0" cap="none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cxnSp>
        <p:nvCxnSpPr>
          <p:cNvPr id="2076" name="Straight Connector 2075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8" name="Rectangle 2077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26" name="Picture 2" descr="Common Data Service Log Capacity CFQ7TTC0HBSL - Ataira">
            <a:extLst>
              <a:ext uri="{FF2B5EF4-FFF2-40B4-BE49-F238E27FC236}">
                <a16:creationId xmlns:a16="http://schemas.microsoft.com/office/drawing/2014/main" id="{B0EB0E6A-7F98-DE52-D1D6-F322AD66D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3211" y="50015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C8BDB3-69CB-8108-9BE2-E89F7A776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71" y="961399"/>
            <a:ext cx="5532540" cy="29884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7BABA1-B0A0-555E-3B08-1CE026E03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01" y="4310158"/>
            <a:ext cx="1883270" cy="1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C3CF4-28EB-3132-3E5F-9D582889A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028" y="568206"/>
            <a:ext cx="6143625" cy="43719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F3BCA5-9999-24A5-1157-445EB96D129C}"/>
              </a:ext>
            </a:extLst>
          </p:cNvPr>
          <p:cNvSpPr/>
          <p:nvPr/>
        </p:nvSpPr>
        <p:spPr>
          <a:xfrm>
            <a:off x="1741651" y="5004189"/>
            <a:ext cx="10909073" cy="1057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4 MS Access and SharePoint </a:t>
            </a:r>
            <a:endParaRPr lang="en-US" sz="6000" b="0" cap="none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F1DF6D-BA9E-8E19-4C84-0A01F757D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99" y="4330836"/>
            <a:ext cx="1883270" cy="1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6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8DCE7-A069-A321-227E-F185A6378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257" y="1229917"/>
            <a:ext cx="7773485" cy="29817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3C6296A-7B5D-AED0-BE8A-D94E2DD8E2FF}"/>
              </a:ext>
            </a:extLst>
          </p:cNvPr>
          <p:cNvSpPr/>
          <p:nvPr/>
        </p:nvSpPr>
        <p:spPr>
          <a:xfrm>
            <a:off x="1597689" y="4877472"/>
            <a:ext cx="10909073" cy="1057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5 MS Access and PowerApps </a:t>
            </a:r>
            <a:endParaRPr lang="en-US" sz="6000" b="0" cap="none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67833F-30AA-4E08-04E1-76063C2FF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54" y="4378157"/>
            <a:ext cx="1883270" cy="1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9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66F460-3403-FD23-0F22-7C16A8FF198C}"/>
              </a:ext>
            </a:extLst>
          </p:cNvPr>
          <p:cNvGrpSpPr/>
          <p:nvPr/>
        </p:nvGrpSpPr>
        <p:grpSpPr>
          <a:xfrm>
            <a:off x="772018" y="928939"/>
            <a:ext cx="6382926" cy="3360258"/>
            <a:chOff x="4080827" y="2477755"/>
            <a:chExt cx="4268263" cy="1945839"/>
          </a:xfrm>
        </p:grpSpPr>
        <p:pic>
          <p:nvPicPr>
            <p:cNvPr id="5" name="Picture 4" descr="Microsoft Access - Wikipedia">
              <a:extLst>
                <a:ext uri="{FF2B5EF4-FFF2-40B4-BE49-F238E27FC236}">
                  <a16:creationId xmlns:a16="http://schemas.microsoft.com/office/drawing/2014/main" id="{30099E96-B57A-AF63-58DB-332BD9272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0827" y="2563044"/>
              <a:ext cx="1905576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C3015B-00B3-CEA4-6B3D-DD9722CB4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6403" y="2477755"/>
              <a:ext cx="2362687" cy="1860550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173D589-4DF9-ADFF-B65E-74406411E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751" y="755703"/>
            <a:ext cx="6763694" cy="43630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38177F-580B-5E07-FBEA-6DAD21184A5C}"/>
              </a:ext>
            </a:extLst>
          </p:cNvPr>
          <p:cNvSpPr/>
          <p:nvPr/>
        </p:nvSpPr>
        <p:spPr>
          <a:xfrm>
            <a:off x="1512289" y="5042918"/>
            <a:ext cx="10909073" cy="1057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6 MS Access and Power BI</a:t>
            </a:r>
            <a:endParaRPr lang="en-US" sz="6000" b="0" cap="none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F009C8-ECFD-E568-2685-FF8236364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35" y="4368121"/>
            <a:ext cx="1883270" cy="183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6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FA30A-25FE-20DC-54DF-A80F8176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10" y="499749"/>
            <a:ext cx="4242373" cy="235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2A86F-782A-81AA-75B6-7C9D5C3B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54" y="3114861"/>
            <a:ext cx="2148746" cy="2700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D106A-5D00-E2F5-1F0C-1EAFB541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362" y="2878741"/>
            <a:ext cx="2736173" cy="2243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7742C5-C71E-C6A4-908F-69F83C830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538" y="2648137"/>
            <a:ext cx="21526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81075" y="3240488"/>
            <a:ext cx="2545377" cy="3143842"/>
            <a:chOff x="981075" y="3240488"/>
            <a:chExt cx="2545377" cy="3143842"/>
          </a:xfrm>
        </p:grpSpPr>
        <p:pic>
          <p:nvPicPr>
            <p:cNvPr id="2050" name="Picture 2" descr="http://www.equinoxpub.com/blog/wp-content/uploads/2014/09/Religion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3240488"/>
              <a:ext cx="2308225" cy="222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81075" y="5461000"/>
              <a:ext cx="25453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Religion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735999" y="3359485"/>
            <a:ext cx="2352675" cy="3347042"/>
            <a:chOff x="4384096" y="3189688"/>
            <a:chExt cx="2352675" cy="3347042"/>
          </a:xfrm>
        </p:grpSpPr>
        <p:pic>
          <p:nvPicPr>
            <p:cNvPr id="2054" name="Picture 6" descr="http://www.commlawblog.com/files/2014/10/political-candidate-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096" y="3189688"/>
              <a:ext cx="23526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384096" y="5613400"/>
              <a:ext cx="19111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Policy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80425" y="3359485"/>
            <a:ext cx="3019425" cy="3024845"/>
            <a:chOff x="8480425" y="3359485"/>
            <a:chExt cx="3019425" cy="3024845"/>
          </a:xfrm>
        </p:grpSpPr>
        <p:sp>
          <p:nvSpPr>
            <p:cNvPr id="5" name="Rectangle 4"/>
            <p:cNvSpPr/>
            <p:nvPr/>
          </p:nvSpPr>
          <p:spPr>
            <a:xfrm>
              <a:off x="8772525" y="5461000"/>
              <a:ext cx="209704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Soccer</a:t>
              </a:r>
            </a:p>
          </p:txBody>
        </p:sp>
        <p:pic>
          <p:nvPicPr>
            <p:cNvPr id="2056" name="Picture 8" descr="http://www.wired.com/wp-content/uploads/images_blogs/playbook/2012/10/soccer-arsenal-v-liverpool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0425" y="3359485"/>
              <a:ext cx="3019425" cy="2007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658627" y="494903"/>
            <a:ext cx="704596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You are Allowed to Talk </a:t>
            </a:r>
          </a:p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about anything except </a:t>
            </a:r>
          </a:p>
        </p:txBody>
      </p:sp>
    </p:spTree>
    <p:extLst>
      <p:ext uri="{BB962C8B-B14F-4D97-AF65-F5344CB8AC3E}">
        <p14:creationId xmlns:p14="http://schemas.microsoft.com/office/powerpoint/2010/main" val="2581677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Thank You Messages for Lectures and Presentations">
            <a:extLst>
              <a:ext uri="{FF2B5EF4-FFF2-40B4-BE49-F238E27FC236}">
                <a16:creationId xmlns:a16="http://schemas.microsoft.com/office/drawing/2014/main" id="{ACBEEE0B-4048-7162-914E-9F50594F4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6E25A-C259-B9EC-9F47-8A013988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96" y="409153"/>
            <a:ext cx="524900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1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658</Words>
  <Application>Microsoft Office PowerPoint</Application>
  <PresentationFormat>Widescreen</PresentationFormat>
  <Paragraphs>242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Roboto</vt:lpstr>
      <vt:lpstr>Tw Cen MT</vt:lpstr>
      <vt:lpstr>Office Theme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27</cp:revision>
  <dcterms:created xsi:type="dcterms:W3CDTF">2023-05-21T05:44:35Z</dcterms:created>
  <dcterms:modified xsi:type="dcterms:W3CDTF">2023-08-23T07:02:35Z</dcterms:modified>
</cp:coreProperties>
</file>