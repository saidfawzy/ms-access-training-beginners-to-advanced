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446" r:id="rId3"/>
    <p:sldId id="452" r:id="rId4"/>
    <p:sldId id="402" r:id="rId5"/>
    <p:sldId id="403" r:id="rId6"/>
    <p:sldId id="401" r:id="rId7"/>
    <p:sldId id="509" r:id="rId8"/>
    <p:sldId id="510" r:id="rId9"/>
    <p:sldId id="511" r:id="rId10"/>
    <p:sldId id="512" r:id="rId11"/>
    <p:sldId id="34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00"/>
    <a:srgbClr val="660066"/>
    <a:srgbClr val="FF00FF"/>
    <a:srgbClr val="009900"/>
    <a:srgbClr val="BBCEFF"/>
    <a:srgbClr val="104583"/>
    <a:srgbClr val="FF3399"/>
    <a:srgbClr val="00808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5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6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4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5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8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7862" y="2442967"/>
            <a:ext cx="12192000" cy="108029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>
                <a:solidFill>
                  <a:srgbClr val="C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7</a:t>
            </a: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Action Queries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EB4008-F08D-3716-8F8B-7332ACE2C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35" y="311499"/>
            <a:ext cx="3296998" cy="15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What is Action Queries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Type Of Action Queries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808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Action Queries</a:t>
            </a:r>
            <a:endParaRPr lang="en-US" sz="3200" b="1" dirty="0">
              <a:solidFill>
                <a:schemeClr val="bg1"/>
              </a:solidFill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88DD8-23DA-2122-8E17-99EA29C2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3130041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Action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A9D15-8821-4FF4-CA64-49AA9C1C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809" y="1122362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/>
              <a:t>Action queries are a category of query that changes the table Data</a:t>
            </a: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ibrary of call to action clip art free download png files ▻▻▻ Clipart Art  2019">
            <a:extLst>
              <a:ext uri="{FF2B5EF4-FFF2-40B4-BE49-F238E27FC236}">
                <a16:creationId xmlns:a16="http://schemas.microsoft.com/office/drawing/2014/main" id="{BA08BB75-8737-6E08-82E0-D375410F1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4"/>
          <a:stretch/>
        </p:blipFill>
        <p:spPr bwMode="auto">
          <a:xfrm>
            <a:off x="5922492" y="666728"/>
            <a:ext cx="5536001" cy="54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75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42C72-6E33-638E-7CB7-0CDFD79A2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We have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62DA-260A-1882-6E6C-42137B064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457200"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Make table query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they create new table</a:t>
            </a:r>
          </a:p>
          <a:p>
            <a:pPr marL="457200"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Append Query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Append data to a table.</a:t>
            </a:r>
          </a:p>
          <a:p>
            <a:pPr marL="457200"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Update Query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Update Data in a table.</a:t>
            </a:r>
          </a:p>
          <a:p>
            <a:pPr marL="457200"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Delete Query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Delete Data from a table.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2032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A8AE0-5484-C479-B0DB-0BE89BC3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856" y="2944090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 Careful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9AB78-845E-86F6-40DE-13576106E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1858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cannot reverse the action of the action queries</a:t>
            </a:r>
            <a:endParaRPr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he Word Careful On A Yellow Road Sign To Warn You To Be Safe From Danger  Or Other Hazards Stock Photo, Picture And Royalty Free Image. Image  19046172.">
            <a:extLst>
              <a:ext uri="{FF2B5EF4-FFF2-40B4-BE49-F238E27FC236}">
                <a16:creationId xmlns:a16="http://schemas.microsoft.com/office/drawing/2014/main" id="{831A2E91-3D4C-CB53-7F51-C85739D72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4263" y="666728"/>
            <a:ext cx="5274488" cy="54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00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7A: Action Queries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7A</a:t>
            </a:r>
          </a:p>
        </p:txBody>
      </p:sp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166A7C32-3051-B5EF-1BB8-CDAE2F4F7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48" y="1288470"/>
            <a:ext cx="4719693" cy="1517437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9D31DE6-4137-DEEF-2208-772C35462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781" y="3206682"/>
            <a:ext cx="4171502" cy="1690823"/>
          </a:xfrm>
          <a:prstGeom prst="rect">
            <a:avLst/>
          </a:prstGeom>
        </p:spPr>
      </p:pic>
      <p:pic>
        <p:nvPicPr>
          <p:cNvPr id="6" name="Picture 5" descr="A screenshot of a computer error&#10;&#10;Description automatically generated with medium confidence">
            <a:extLst>
              <a:ext uri="{FF2B5EF4-FFF2-40B4-BE49-F238E27FC236}">
                <a16:creationId xmlns:a16="http://schemas.microsoft.com/office/drawing/2014/main" id="{F5474AAD-F2A5-EEB0-4655-1C50B331A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485" y="4425467"/>
            <a:ext cx="5038297" cy="14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3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7A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1378BD57-E21B-0A56-FFE8-E699C2BCE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987" y="3680564"/>
            <a:ext cx="5476262" cy="2165292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211331D-E9DC-AEEE-C97A-421F3CDC3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69" y="1975806"/>
            <a:ext cx="11080139" cy="120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28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7A</a:t>
            </a:r>
          </a:p>
        </p:txBody>
      </p:sp>
      <p:pic>
        <p:nvPicPr>
          <p:cNvPr id="3" name="Picture 2" descr="A picture containing text, line, font, screenshot&#10;&#10;Description automatically generated">
            <a:extLst>
              <a:ext uri="{FF2B5EF4-FFF2-40B4-BE49-F238E27FC236}">
                <a16:creationId xmlns:a16="http://schemas.microsoft.com/office/drawing/2014/main" id="{E362CE73-BAE8-63FA-50BA-3914B8176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582" y="2763237"/>
            <a:ext cx="9456835" cy="86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96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7A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52BEB-5D34-1B29-29CE-76A42DF88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25" y="1803016"/>
            <a:ext cx="9894536" cy="42042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ACBE917-A2C3-273D-D598-B35DB7892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4020150"/>
            <a:ext cx="10866018" cy="157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25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106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MV Boli</vt:lpstr>
      <vt:lpstr>Office Theme</vt:lpstr>
      <vt:lpstr>PowerPoint Presentation</vt:lpstr>
      <vt:lpstr>PowerPoint Presentation</vt:lpstr>
      <vt:lpstr>Action Queries</vt:lpstr>
      <vt:lpstr>We have </vt:lpstr>
      <vt:lpstr>Be Careful </vt:lpstr>
      <vt:lpstr>Lab 7A: Action Queries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Fundamentals</dc:title>
  <dc:creator>Said Fawzy</dc:creator>
  <cp:lastModifiedBy>Said Fawzy</cp:lastModifiedBy>
  <cp:revision>133</cp:revision>
  <dcterms:created xsi:type="dcterms:W3CDTF">2023-05-17T06:08:53Z</dcterms:created>
  <dcterms:modified xsi:type="dcterms:W3CDTF">2023-08-07T08:32:42Z</dcterms:modified>
</cp:coreProperties>
</file>