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4" r:id="rId2"/>
    <p:sldId id="446" r:id="rId3"/>
    <p:sldId id="459" r:id="rId4"/>
    <p:sldId id="401" r:id="rId5"/>
    <p:sldId id="473" r:id="rId6"/>
    <p:sldId id="405" r:id="rId7"/>
    <p:sldId id="474" r:id="rId8"/>
    <p:sldId id="34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  <a:srgbClr val="104583"/>
    <a:srgbClr val="009900"/>
    <a:srgbClr val="FF3399"/>
    <a:srgbClr val="333300"/>
    <a:srgbClr val="660066"/>
    <a:srgbClr val="FF00FF"/>
    <a:srgbClr val="BBCEFF"/>
    <a:srgbClr val="00808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5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3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6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86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4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7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58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2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1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82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43722" y="2182194"/>
            <a:ext cx="12192000" cy="1080296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6000" b="1" dirty="0">
                <a:solidFill>
                  <a:srgbClr val="C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MV Boli" panose="02000500030200090000" pitchFamily="2" charset="0"/>
                <a:ea typeface="Calibri" panose="020F0502020204030204" pitchFamily="34" charset="0"/>
                <a:cs typeface="MV Boli" panose="02000500030200090000" pitchFamily="2" charset="0"/>
              </a:rPr>
              <a:t>13</a:t>
            </a:r>
            <a:r>
              <a:rPr lang="en-US" sz="48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Report Basics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3CD651C-6209-01DF-8158-FA283FEDC539}"/>
              </a:ext>
            </a:extLst>
          </p:cNvPr>
          <p:cNvGrpSpPr/>
          <p:nvPr/>
        </p:nvGrpSpPr>
        <p:grpSpPr>
          <a:xfrm>
            <a:off x="489335" y="311499"/>
            <a:ext cx="3296998" cy="1526265"/>
            <a:chOff x="489335" y="311499"/>
            <a:chExt cx="3296998" cy="152626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09030B3-AFE6-A2EC-59D7-871A129F0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9335" y="311499"/>
              <a:ext cx="3296998" cy="152626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F97E55D-ECAD-4DF3-3197-8C57B3AB7A95}"/>
                </a:ext>
              </a:extLst>
            </p:cNvPr>
            <p:cNvSpPr/>
            <p:nvPr/>
          </p:nvSpPr>
          <p:spPr>
            <a:xfrm>
              <a:off x="2352866" y="732841"/>
              <a:ext cx="264827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43627E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Creating  Simple Report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chemeClr val="accent2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877748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Exploring Report Design View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5162026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Creating Form Using Blank Form</a:t>
            </a:r>
            <a:endParaRPr lang="en-US" sz="3200" b="1" dirty="0">
              <a:solidFill>
                <a:schemeClr val="bg1"/>
              </a:solidFill>
              <a:latin typeface="MV Boli" panose="02000500030200090000" pitchFamily="2" charset="0"/>
              <a:ea typeface="Open Sans" panose="020B0606030504020204" pitchFamily="34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7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5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30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Report?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F5DAD6-4DB3-1D0A-06A7-970E2F3B938D}"/>
              </a:ext>
            </a:extLst>
          </p:cNvPr>
          <p:cNvGrpSpPr/>
          <p:nvPr/>
        </p:nvGrpSpPr>
        <p:grpSpPr>
          <a:xfrm>
            <a:off x="1587451" y="2133535"/>
            <a:ext cx="9289096" cy="3863003"/>
            <a:chOff x="0" y="0"/>
            <a:chExt cx="3507105" cy="1528151"/>
          </a:xfrm>
        </p:grpSpPr>
        <p:pic>
          <p:nvPicPr>
            <p:cNvPr id="5" name="Picture 4" descr="A close-up of a text&#10;&#10;Description automatically generated">
              <a:extLst>
                <a:ext uri="{FF2B5EF4-FFF2-40B4-BE49-F238E27FC236}">
                  <a16:creationId xmlns:a16="http://schemas.microsoft.com/office/drawing/2014/main" id="{193E670F-5C0C-5D10-58F2-2A583CCD1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507105" cy="865505"/>
            </a:xfrm>
            <a:prstGeom prst="rect">
              <a:avLst/>
            </a:prstGeom>
          </p:spPr>
        </p:pic>
        <p:pic>
          <p:nvPicPr>
            <p:cNvPr id="6" name="Picture 5" descr="A close up of black text&#10;&#10;Description automatically generated">
              <a:extLst>
                <a:ext uri="{FF2B5EF4-FFF2-40B4-BE49-F238E27FC236}">
                  <a16:creationId xmlns:a16="http://schemas.microsoft.com/office/drawing/2014/main" id="{5EAE9FCD-096A-2D6A-AA1F-D41FB9142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07" y="846161"/>
              <a:ext cx="2220595" cy="6819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073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749001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13A: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Creating Simple Report 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5219"/>
            <a:ext cx="7758953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13B: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Exploring Report Design View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91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13B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D4D0A6-187B-7190-AD95-A96BE3DCB4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441" y="1284642"/>
            <a:ext cx="5754969" cy="2050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AA3981-64AA-0C25-A2FB-C183EAC403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259" y="3863574"/>
            <a:ext cx="4115550" cy="2357894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87A9760F-6F78-42EA-1D3C-F3CE12555B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97" y="1657216"/>
            <a:ext cx="1610790" cy="266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3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13B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BA46454-C7AE-0942-6DBF-006513414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24" y="1502915"/>
            <a:ext cx="10474578" cy="132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73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stions and Concerns Business Layout | Template Presentation | Sample of  PPT Presentation | Presentation Background Images">
            <a:extLst>
              <a:ext uri="{FF2B5EF4-FFF2-40B4-BE49-F238E27FC236}">
                <a16:creationId xmlns:a16="http://schemas.microsoft.com/office/drawing/2014/main" id="{4F5B5832-12FB-05F6-6EF8-470F30C6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31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2793</TotalTime>
  <Words>56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MV Boli</vt:lpstr>
      <vt:lpstr>Office Theme</vt:lpstr>
      <vt:lpstr>PowerPoint Presentation</vt:lpstr>
      <vt:lpstr>PowerPoint Presentation</vt:lpstr>
      <vt:lpstr>What is Report?</vt:lpstr>
      <vt:lpstr>Lab 13A:  Creating Simple Report </vt:lpstr>
      <vt:lpstr>Lab 13B:  Exploring Report Design View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Fundamentals</dc:title>
  <dc:creator>Said Fawzy</dc:creator>
  <cp:lastModifiedBy>Said Fawzy</cp:lastModifiedBy>
  <cp:revision>206</cp:revision>
  <dcterms:created xsi:type="dcterms:W3CDTF">2023-05-17T06:08:53Z</dcterms:created>
  <dcterms:modified xsi:type="dcterms:W3CDTF">2023-08-07T10:53:12Z</dcterms:modified>
</cp:coreProperties>
</file>